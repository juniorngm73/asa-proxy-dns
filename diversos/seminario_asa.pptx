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93" r:id="rId3"/>
    <p:sldId id="294" r:id="rId4"/>
    <p:sldId id="295" r:id="rId5"/>
    <p:sldId id="297" r:id="rId6"/>
    <p:sldId id="296" r:id="rId7"/>
    <p:sldId id="298" r:id="rId8"/>
    <p:sldId id="299" r:id="rId9"/>
    <p:sldId id="300" r:id="rId10"/>
    <p:sldId id="302" r:id="rId11"/>
    <p:sldId id="301" r:id="rId12"/>
  </p:sldIdLst>
  <p:sldSz cx="9144000" cy="6858000" type="screen4x3"/>
  <p:notesSz cx="9144000" cy="6858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1734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anael Gomes" userId="522ef62b4e26dce7" providerId="LiveId" clId="{4508A53A-BF37-4A5B-83E0-88ADE77C231A}"/>
    <pc:docChg chg="undo custSel addSld delSld modSld sldOrd">
      <pc:chgData name="Natanael Gomes" userId="522ef62b4e26dce7" providerId="LiveId" clId="{4508A53A-BF37-4A5B-83E0-88ADE77C231A}" dt="2025-11-28T17:23:21.688" v="2302" actId="47"/>
      <pc:docMkLst>
        <pc:docMk/>
      </pc:docMkLst>
      <pc:sldChg chg="del">
        <pc:chgData name="Natanael Gomes" userId="522ef62b4e26dce7" providerId="LiveId" clId="{4508A53A-BF37-4A5B-83E0-88ADE77C231A}" dt="2025-11-28T16:46:55.908" v="0" actId="47"/>
        <pc:sldMkLst>
          <pc:docMk/>
          <pc:sldMk cId="1742389133" sldId="259"/>
        </pc:sldMkLst>
      </pc:sldChg>
      <pc:sldChg chg="del">
        <pc:chgData name="Natanael Gomes" userId="522ef62b4e26dce7" providerId="LiveId" clId="{4508A53A-BF37-4A5B-83E0-88ADE77C231A}" dt="2025-11-28T16:46:56.538" v="1" actId="47"/>
        <pc:sldMkLst>
          <pc:docMk/>
          <pc:sldMk cId="281595854" sldId="271"/>
        </pc:sldMkLst>
      </pc:sldChg>
      <pc:sldChg chg="del">
        <pc:chgData name="Natanael Gomes" userId="522ef62b4e26dce7" providerId="LiveId" clId="{4508A53A-BF37-4A5B-83E0-88ADE77C231A}" dt="2025-11-28T16:46:59.151" v="5" actId="47"/>
        <pc:sldMkLst>
          <pc:docMk/>
          <pc:sldMk cId="307547605" sldId="288"/>
        </pc:sldMkLst>
      </pc:sldChg>
      <pc:sldChg chg="del">
        <pc:chgData name="Natanael Gomes" userId="522ef62b4e26dce7" providerId="LiveId" clId="{4508A53A-BF37-4A5B-83E0-88ADE77C231A}" dt="2025-11-28T16:46:57.131" v="2" actId="47"/>
        <pc:sldMkLst>
          <pc:docMk/>
          <pc:sldMk cId="4269648053" sldId="290"/>
        </pc:sldMkLst>
      </pc:sldChg>
      <pc:sldChg chg="del">
        <pc:chgData name="Natanael Gomes" userId="522ef62b4e26dce7" providerId="LiveId" clId="{4508A53A-BF37-4A5B-83E0-88ADE77C231A}" dt="2025-11-28T16:46:57.645" v="3" actId="47"/>
        <pc:sldMkLst>
          <pc:docMk/>
          <pc:sldMk cId="888215767" sldId="291"/>
        </pc:sldMkLst>
      </pc:sldChg>
      <pc:sldChg chg="del">
        <pc:chgData name="Natanael Gomes" userId="522ef62b4e26dce7" providerId="LiveId" clId="{4508A53A-BF37-4A5B-83E0-88ADE77C231A}" dt="2025-11-28T16:46:58.687" v="4" actId="47"/>
        <pc:sldMkLst>
          <pc:docMk/>
          <pc:sldMk cId="361769995" sldId="292"/>
        </pc:sldMkLst>
      </pc:sldChg>
      <pc:sldChg chg="addSp delSp modSp mod">
        <pc:chgData name="Natanael Gomes" userId="522ef62b4e26dce7" providerId="LiveId" clId="{4508A53A-BF37-4A5B-83E0-88ADE77C231A}" dt="2025-11-28T17:03:05.223" v="2227" actId="20577"/>
        <pc:sldMkLst>
          <pc:docMk/>
          <pc:sldMk cId="1181574874" sldId="293"/>
        </pc:sldMkLst>
        <pc:spChg chg="mod">
          <ac:chgData name="Natanael Gomes" userId="522ef62b4e26dce7" providerId="LiveId" clId="{4508A53A-BF37-4A5B-83E0-88ADE77C231A}" dt="2025-11-28T16:47:20.184" v="35" actId="20577"/>
          <ac:spMkLst>
            <pc:docMk/>
            <pc:sldMk cId="1181574874" sldId="293"/>
            <ac:spMk id="2" creationId="{00000000-0000-0000-0000-000000000000}"/>
          </ac:spMkLst>
        </pc:spChg>
        <pc:spChg chg="add del">
          <ac:chgData name="Natanael Gomes" userId="522ef62b4e26dce7" providerId="LiveId" clId="{4508A53A-BF37-4A5B-83E0-88ADE77C231A}" dt="2025-11-28T16:48:16.001" v="37" actId="22"/>
          <ac:spMkLst>
            <pc:docMk/>
            <pc:sldMk cId="1181574874" sldId="293"/>
            <ac:spMk id="5" creationId="{FC5D3C3A-C004-4D81-9E78-60969DD291B1}"/>
          </ac:spMkLst>
        </pc:spChg>
        <pc:spChg chg="add mod">
          <ac:chgData name="Natanael Gomes" userId="522ef62b4e26dce7" providerId="LiveId" clId="{4508A53A-BF37-4A5B-83E0-88ADE77C231A}" dt="2025-11-28T17:03:05.223" v="2227" actId="20577"/>
          <ac:spMkLst>
            <pc:docMk/>
            <pc:sldMk cId="1181574874" sldId="293"/>
            <ac:spMk id="7" creationId="{D2F0A37C-48B5-424E-89ED-70DB75193793}"/>
          </ac:spMkLst>
        </pc:spChg>
      </pc:sldChg>
      <pc:sldChg chg="del">
        <pc:chgData name="Natanael Gomes" userId="522ef62b4e26dce7" providerId="LiveId" clId="{4508A53A-BF37-4A5B-83E0-88ADE77C231A}" dt="2025-11-28T16:46:59.485" v="6" actId="47"/>
        <pc:sldMkLst>
          <pc:docMk/>
          <pc:sldMk cId="1253894034" sldId="294"/>
        </pc:sldMkLst>
      </pc:sldChg>
      <pc:sldChg chg="modSp add mod">
        <pc:chgData name="Natanael Gomes" userId="522ef62b4e26dce7" providerId="LiveId" clId="{4508A53A-BF37-4A5B-83E0-88ADE77C231A}" dt="2025-11-28T17:01:30.632" v="2187" actId="14100"/>
        <pc:sldMkLst>
          <pc:docMk/>
          <pc:sldMk cId="3276999400" sldId="294"/>
        </pc:sldMkLst>
        <pc:spChg chg="mod">
          <ac:chgData name="Natanael Gomes" userId="522ef62b4e26dce7" providerId="LiveId" clId="{4508A53A-BF37-4A5B-83E0-88ADE77C231A}" dt="2025-11-28T17:01:30.632" v="2187" actId="14100"/>
          <ac:spMkLst>
            <pc:docMk/>
            <pc:sldMk cId="3276999400" sldId="294"/>
            <ac:spMk id="2" creationId="{00000000-0000-0000-0000-000000000000}"/>
          </ac:spMkLst>
        </pc:spChg>
        <pc:spChg chg="mod">
          <ac:chgData name="Natanael Gomes" userId="522ef62b4e26dce7" providerId="LiveId" clId="{4508A53A-BF37-4A5B-83E0-88ADE77C231A}" dt="2025-11-28T16:54:29.038" v="552" actId="255"/>
          <ac:spMkLst>
            <pc:docMk/>
            <pc:sldMk cId="3276999400" sldId="294"/>
            <ac:spMk id="7" creationId="{D2F0A37C-48B5-424E-89ED-70DB75193793}"/>
          </ac:spMkLst>
        </pc:spChg>
      </pc:sldChg>
      <pc:sldChg chg="del">
        <pc:chgData name="Natanael Gomes" userId="522ef62b4e26dce7" providerId="LiveId" clId="{4508A53A-BF37-4A5B-83E0-88ADE77C231A}" dt="2025-11-28T16:47:00.255" v="8" actId="47"/>
        <pc:sldMkLst>
          <pc:docMk/>
          <pc:sldMk cId="2538089211" sldId="295"/>
        </pc:sldMkLst>
      </pc:sldChg>
      <pc:sldChg chg="addSp delSp modSp new mod">
        <pc:chgData name="Natanael Gomes" userId="522ef62b4e26dce7" providerId="LiveId" clId="{4508A53A-BF37-4A5B-83E0-88ADE77C231A}" dt="2025-11-28T17:01:48.603" v="2189" actId="1076"/>
        <pc:sldMkLst>
          <pc:docMk/>
          <pc:sldMk cId="2889190037" sldId="295"/>
        </pc:sldMkLst>
        <pc:spChg chg="del">
          <ac:chgData name="Natanael Gomes" userId="522ef62b4e26dce7" providerId="LiveId" clId="{4508A53A-BF37-4A5B-83E0-88ADE77C231A}" dt="2025-11-28T17:01:38.405" v="2188"/>
          <ac:spMkLst>
            <pc:docMk/>
            <pc:sldMk cId="2889190037" sldId="295"/>
            <ac:spMk id="2" creationId="{E13F3B9D-06EB-4409-93B8-8107261F9689}"/>
          </ac:spMkLst>
        </pc:spChg>
        <pc:spChg chg="mod">
          <ac:chgData name="Natanael Gomes" userId="522ef62b4e26dce7" providerId="LiveId" clId="{4508A53A-BF37-4A5B-83E0-88ADE77C231A}" dt="2025-11-28T16:57:23.839" v="1230" actId="20577"/>
          <ac:spMkLst>
            <pc:docMk/>
            <pc:sldMk cId="2889190037" sldId="295"/>
            <ac:spMk id="3" creationId="{C862D6DE-BA0A-403F-9F2D-8142311643A1}"/>
          </ac:spMkLst>
        </pc:spChg>
        <pc:spChg chg="add mod">
          <ac:chgData name="Natanael Gomes" userId="522ef62b4e26dce7" providerId="LiveId" clId="{4508A53A-BF37-4A5B-83E0-88ADE77C231A}" dt="2025-11-28T17:01:48.603" v="2189" actId="1076"/>
          <ac:spMkLst>
            <pc:docMk/>
            <pc:sldMk cId="2889190037" sldId="295"/>
            <ac:spMk id="4" creationId="{5C1B5320-7B33-4D6B-BE59-7E3BA5FB7B5C}"/>
          </ac:spMkLst>
        </pc:spChg>
      </pc:sldChg>
      <pc:sldChg chg="new del">
        <pc:chgData name="Natanael Gomes" userId="522ef62b4e26dce7" providerId="LiveId" clId="{4508A53A-BF37-4A5B-83E0-88ADE77C231A}" dt="2025-11-28T16:53:42.422" v="549" actId="47"/>
        <pc:sldMkLst>
          <pc:docMk/>
          <pc:sldMk cId="4007110628" sldId="295"/>
        </pc:sldMkLst>
      </pc:sldChg>
      <pc:sldChg chg="del">
        <pc:chgData name="Natanael Gomes" userId="522ef62b4e26dce7" providerId="LiveId" clId="{4508A53A-BF37-4A5B-83E0-88ADE77C231A}" dt="2025-11-28T16:47:00.809" v="9" actId="47"/>
        <pc:sldMkLst>
          <pc:docMk/>
          <pc:sldMk cId="1690989677" sldId="296"/>
        </pc:sldMkLst>
      </pc:sldChg>
      <pc:sldChg chg="addSp delSp modSp add mod">
        <pc:chgData name="Natanael Gomes" userId="522ef62b4e26dce7" providerId="LiveId" clId="{4508A53A-BF37-4A5B-83E0-88ADE77C231A}" dt="2025-11-28T17:02:10.056" v="2193" actId="1076"/>
        <pc:sldMkLst>
          <pc:docMk/>
          <pc:sldMk cId="3305851446" sldId="296"/>
        </pc:sldMkLst>
        <pc:spChg chg="del">
          <ac:chgData name="Natanael Gomes" userId="522ef62b4e26dce7" providerId="LiveId" clId="{4508A53A-BF37-4A5B-83E0-88ADE77C231A}" dt="2025-11-28T17:02:06.961" v="2192"/>
          <ac:spMkLst>
            <pc:docMk/>
            <pc:sldMk cId="3305851446" sldId="296"/>
            <ac:spMk id="2" creationId="{E13F3B9D-06EB-4409-93B8-8107261F9689}"/>
          </ac:spMkLst>
        </pc:spChg>
        <pc:spChg chg="mod">
          <ac:chgData name="Natanael Gomes" userId="522ef62b4e26dce7" providerId="LiveId" clId="{4508A53A-BF37-4A5B-83E0-88ADE77C231A}" dt="2025-11-28T17:01:14.152" v="2186" actId="255"/>
          <ac:spMkLst>
            <pc:docMk/>
            <pc:sldMk cId="3305851446" sldId="296"/>
            <ac:spMk id="3" creationId="{C862D6DE-BA0A-403F-9F2D-8142311643A1}"/>
          </ac:spMkLst>
        </pc:spChg>
        <pc:spChg chg="add mod">
          <ac:chgData name="Natanael Gomes" userId="522ef62b4e26dce7" providerId="LiveId" clId="{4508A53A-BF37-4A5B-83E0-88ADE77C231A}" dt="2025-11-28T17:02:10.056" v="2193" actId="1076"/>
          <ac:spMkLst>
            <pc:docMk/>
            <pc:sldMk cId="3305851446" sldId="296"/>
            <ac:spMk id="4" creationId="{81BA625B-3787-4210-A286-A28B40D273A8}"/>
          </ac:spMkLst>
        </pc:spChg>
      </pc:sldChg>
      <pc:sldChg chg="addSp delSp modSp add mod ord">
        <pc:chgData name="Natanael Gomes" userId="522ef62b4e26dce7" providerId="LiveId" clId="{4508A53A-BF37-4A5B-83E0-88ADE77C231A}" dt="2025-11-28T17:02:03.091" v="2191" actId="1076"/>
        <pc:sldMkLst>
          <pc:docMk/>
          <pc:sldMk cId="402535317" sldId="297"/>
        </pc:sldMkLst>
        <pc:spChg chg="del">
          <ac:chgData name="Natanael Gomes" userId="522ef62b4e26dce7" providerId="LiveId" clId="{4508A53A-BF37-4A5B-83E0-88ADE77C231A}" dt="2025-11-28T17:02:00.178" v="2190"/>
          <ac:spMkLst>
            <pc:docMk/>
            <pc:sldMk cId="402535317" sldId="297"/>
            <ac:spMk id="2" creationId="{E13F3B9D-06EB-4409-93B8-8107261F9689}"/>
          </ac:spMkLst>
        </pc:spChg>
        <pc:spChg chg="mod">
          <ac:chgData name="Natanael Gomes" userId="522ef62b4e26dce7" providerId="LiveId" clId="{4508A53A-BF37-4A5B-83E0-88ADE77C231A}" dt="2025-11-28T16:59:44.394" v="2173" actId="255"/>
          <ac:spMkLst>
            <pc:docMk/>
            <pc:sldMk cId="402535317" sldId="297"/>
            <ac:spMk id="3" creationId="{C862D6DE-BA0A-403F-9F2D-8142311643A1}"/>
          </ac:spMkLst>
        </pc:spChg>
        <pc:spChg chg="add mod">
          <ac:chgData name="Natanael Gomes" userId="522ef62b4e26dce7" providerId="LiveId" clId="{4508A53A-BF37-4A5B-83E0-88ADE77C231A}" dt="2025-11-28T17:02:03.091" v="2191" actId="1076"/>
          <ac:spMkLst>
            <pc:docMk/>
            <pc:sldMk cId="402535317" sldId="297"/>
            <ac:spMk id="4" creationId="{8E423C93-034C-4EB3-8B53-7666E4B3D819}"/>
          </ac:spMkLst>
        </pc:spChg>
      </pc:sldChg>
      <pc:sldChg chg="del">
        <pc:chgData name="Natanael Gomes" userId="522ef62b4e26dce7" providerId="LiveId" clId="{4508A53A-BF37-4A5B-83E0-88ADE77C231A}" dt="2025-11-28T16:46:59.719" v="7" actId="47"/>
        <pc:sldMkLst>
          <pc:docMk/>
          <pc:sldMk cId="1497716285" sldId="297"/>
        </pc:sldMkLst>
      </pc:sldChg>
      <pc:sldChg chg="addSp delSp modSp add mod">
        <pc:chgData name="Natanael Gomes" userId="522ef62b4e26dce7" providerId="LiveId" clId="{4508A53A-BF37-4A5B-83E0-88ADE77C231A}" dt="2025-11-28T17:18:04.543" v="2270" actId="1076"/>
        <pc:sldMkLst>
          <pc:docMk/>
          <pc:sldMk cId="3616040278" sldId="298"/>
        </pc:sldMkLst>
        <pc:spChg chg="mod">
          <ac:chgData name="Natanael Gomes" userId="522ef62b4e26dce7" providerId="LiveId" clId="{4508A53A-BF37-4A5B-83E0-88ADE77C231A}" dt="2025-11-28T17:05:23.693" v="2229" actId="6549"/>
          <ac:spMkLst>
            <pc:docMk/>
            <pc:sldMk cId="3616040278" sldId="298"/>
            <ac:spMk id="3" creationId="{C862D6DE-BA0A-403F-9F2D-8142311643A1}"/>
          </ac:spMkLst>
        </pc:spChg>
        <pc:spChg chg="mod">
          <ac:chgData name="Natanael Gomes" userId="522ef62b4e26dce7" providerId="LiveId" clId="{4508A53A-BF37-4A5B-83E0-88ADE77C231A}" dt="2025-11-28T17:06:40.439" v="2236" actId="14100"/>
          <ac:spMkLst>
            <pc:docMk/>
            <pc:sldMk cId="3616040278" sldId="298"/>
            <ac:spMk id="4" creationId="{81BA625B-3787-4210-A286-A28B40D273A8}"/>
          </ac:spMkLst>
        </pc:spChg>
        <pc:spChg chg="add del mod">
          <ac:chgData name="Natanael Gomes" userId="522ef62b4e26dce7" providerId="LiveId" clId="{4508A53A-BF37-4A5B-83E0-88ADE77C231A}" dt="2025-11-28T17:07:22.203" v="2245" actId="478"/>
          <ac:spMkLst>
            <pc:docMk/>
            <pc:sldMk cId="3616040278" sldId="298"/>
            <ac:spMk id="5" creationId="{0313B1F8-C271-48B3-8E38-19160B19AFD6}"/>
          </ac:spMkLst>
        </pc:spChg>
        <pc:picChg chg="add mod">
          <ac:chgData name="Natanael Gomes" userId="522ef62b4e26dce7" providerId="LiveId" clId="{4508A53A-BF37-4A5B-83E0-88ADE77C231A}" dt="2025-11-28T17:18:04.543" v="2270" actId="1076"/>
          <ac:picMkLst>
            <pc:docMk/>
            <pc:sldMk cId="3616040278" sldId="298"/>
            <ac:picMk id="7" creationId="{73C22D2F-D863-47C4-84FA-0F71E470C6E1}"/>
          </ac:picMkLst>
        </pc:picChg>
        <pc:picChg chg="add mod">
          <ac:chgData name="Natanael Gomes" userId="522ef62b4e26dce7" providerId="LiveId" clId="{4508A53A-BF37-4A5B-83E0-88ADE77C231A}" dt="2025-11-28T17:09:28.655" v="2249" actId="1076"/>
          <ac:picMkLst>
            <pc:docMk/>
            <pc:sldMk cId="3616040278" sldId="298"/>
            <ac:picMk id="9" creationId="{73B090F3-3764-4A7A-933F-312198CA6FEB}"/>
          </ac:picMkLst>
        </pc:picChg>
      </pc:sldChg>
      <pc:sldChg chg="addSp delSp modSp add mod">
        <pc:chgData name="Natanael Gomes" userId="522ef62b4e26dce7" providerId="LiveId" clId="{4508A53A-BF37-4A5B-83E0-88ADE77C231A}" dt="2025-11-28T17:11:42.632" v="2256" actId="1076"/>
        <pc:sldMkLst>
          <pc:docMk/>
          <pc:sldMk cId="670471674" sldId="299"/>
        </pc:sldMkLst>
        <pc:picChg chg="add mod">
          <ac:chgData name="Natanael Gomes" userId="522ef62b4e26dce7" providerId="LiveId" clId="{4508A53A-BF37-4A5B-83E0-88ADE77C231A}" dt="2025-11-28T17:10:28.269" v="2254" actId="1076"/>
          <ac:picMkLst>
            <pc:docMk/>
            <pc:sldMk cId="670471674" sldId="299"/>
            <ac:picMk id="5" creationId="{D4594F15-2B77-4034-BCBE-D651446C146E}"/>
          </ac:picMkLst>
        </pc:picChg>
        <pc:picChg chg="del">
          <ac:chgData name="Natanael Gomes" userId="522ef62b4e26dce7" providerId="LiveId" clId="{4508A53A-BF37-4A5B-83E0-88ADE77C231A}" dt="2025-11-28T17:09:46.162" v="2252" actId="478"/>
          <ac:picMkLst>
            <pc:docMk/>
            <pc:sldMk cId="670471674" sldId="299"/>
            <ac:picMk id="7" creationId="{73C22D2F-D863-47C4-84FA-0F71E470C6E1}"/>
          </ac:picMkLst>
        </pc:picChg>
        <pc:picChg chg="add mod">
          <ac:chgData name="Natanael Gomes" userId="522ef62b4e26dce7" providerId="LiveId" clId="{4508A53A-BF37-4A5B-83E0-88ADE77C231A}" dt="2025-11-28T17:11:42.632" v="2256" actId="1076"/>
          <ac:picMkLst>
            <pc:docMk/>
            <pc:sldMk cId="670471674" sldId="299"/>
            <ac:picMk id="8" creationId="{A5BCDB55-BA10-4387-B42A-5D936C29B955}"/>
          </ac:picMkLst>
        </pc:picChg>
        <pc:picChg chg="del">
          <ac:chgData name="Natanael Gomes" userId="522ef62b4e26dce7" providerId="LiveId" clId="{4508A53A-BF37-4A5B-83E0-88ADE77C231A}" dt="2025-11-28T17:09:43.536" v="2251" actId="478"/>
          <ac:picMkLst>
            <pc:docMk/>
            <pc:sldMk cId="670471674" sldId="299"/>
            <ac:picMk id="9" creationId="{73B090F3-3764-4A7A-933F-312198CA6FEB}"/>
          </ac:picMkLst>
        </pc:picChg>
      </pc:sldChg>
      <pc:sldChg chg="del">
        <pc:chgData name="Natanael Gomes" userId="522ef62b4e26dce7" providerId="LiveId" clId="{4508A53A-BF37-4A5B-83E0-88ADE77C231A}" dt="2025-11-28T16:47:01.074" v="10" actId="47"/>
        <pc:sldMkLst>
          <pc:docMk/>
          <pc:sldMk cId="1847792255" sldId="299"/>
        </pc:sldMkLst>
      </pc:sldChg>
      <pc:sldChg chg="addSp delSp modSp add mod">
        <pc:chgData name="Natanael Gomes" userId="522ef62b4e26dce7" providerId="LiveId" clId="{4508A53A-BF37-4A5B-83E0-88ADE77C231A}" dt="2025-11-28T17:19:10.136" v="2281" actId="1076"/>
        <pc:sldMkLst>
          <pc:docMk/>
          <pc:sldMk cId="320850601" sldId="300"/>
        </pc:sldMkLst>
        <pc:picChg chg="del">
          <ac:chgData name="Natanael Gomes" userId="522ef62b4e26dce7" providerId="LiveId" clId="{4508A53A-BF37-4A5B-83E0-88ADE77C231A}" dt="2025-11-28T17:11:52.195" v="2258" actId="478"/>
          <ac:picMkLst>
            <pc:docMk/>
            <pc:sldMk cId="320850601" sldId="300"/>
            <ac:picMk id="5" creationId="{D4594F15-2B77-4034-BCBE-D651446C146E}"/>
          </ac:picMkLst>
        </pc:picChg>
        <pc:picChg chg="add mod">
          <ac:chgData name="Natanael Gomes" userId="522ef62b4e26dce7" providerId="LiveId" clId="{4508A53A-BF37-4A5B-83E0-88ADE77C231A}" dt="2025-11-28T17:19:10.136" v="2281" actId="1076"/>
          <ac:picMkLst>
            <pc:docMk/>
            <pc:sldMk cId="320850601" sldId="300"/>
            <ac:picMk id="6" creationId="{EC9535B1-2F4E-43D6-8E3A-10B9C8616014}"/>
          </ac:picMkLst>
        </pc:picChg>
        <pc:picChg chg="del">
          <ac:chgData name="Natanael Gomes" userId="522ef62b4e26dce7" providerId="LiveId" clId="{4508A53A-BF37-4A5B-83E0-88ADE77C231A}" dt="2025-11-28T17:11:54.274" v="2259" actId="478"/>
          <ac:picMkLst>
            <pc:docMk/>
            <pc:sldMk cId="320850601" sldId="300"/>
            <ac:picMk id="8" creationId="{A5BCDB55-BA10-4387-B42A-5D936C29B955}"/>
          </ac:picMkLst>
        </pc:picChg>
        <pc:picChg chg="add del mod">
          <ac:chgData name="Natanael Gomes" userId="522ef62b4e26dce7" providerId="LiveId" clId="{4508A53A-BF37-4A5B-83E0-88ADE77C231A}" dt="2025-11-28T17:18:46.406" v="2276" actId="478"/>
          <ac:picMkLst>
            <pc:docMk/>
            <pc:sldMk cId="320850601" sldId="300"/>
            <ac:picMk id="9" creationId="{B50429F4-7798-4FD3-B4B3-8B48B83C7F65}"/>
          </ac:picMkLst>
        </pc:picChg>
      </pc:sldChg>
      <pc:sldChg chg="del">
        <pc:chgData name="Natanael Gomes" userId="522ef62b4e26dce7" providerId="LiveId" clId="{4508A53A-BF37-4A5B-83E0-88ADE77C231A}" dt="2025-11-28T16:47:01.339" v="11" actId="47"/>
        <pc:sldMkLst>
          <pc:docMk/>
          <pc:sldMk cId="3007287031" sldId="300"/>
        </pc:sldMkLst>
      </pc:sldChg>
      <pc:sldChg chg="addSp delSp modSp add mod">
        <pc:chgData name="Natanael Gomes" userId="522ef62b4e26dce7" providerId="LiveId" clId="{4508A53A-BF37-4A5B-83E0-88ADE77C231A}" dt="2025-11-28T17:19:30.172" v="2282" actId="1035"/>
        <pc:sldMkLst>
          <pc:docMk/>
          <pc:sldMk cId="2018064892" sldId="301"/>
        </pc:sldMkLst>
        <pc:picChg chg="add mod">
          <ac:chgData name="Natanael Gomes" userId="522ef62b4e26dce7" providerId="LiveId" clId="{4508A53A-BF37-4A5B-83E0-88ADE77C231A}" dt="2025-11-28T17:19:30.172" v="2282" actId="1035"/>
          <ac:picMkLst>
            <pc:docMk/>
            <pc:sldMk cId="2018064892" sldId="301"/>
            <ac:picMk id="5" creationId="{DCF498DE-56AA-48BE-8063-D00A9E067EAA}"/>
          </ac:picMkLst>
        </pc:picChg>
        <pc:picChg chg="del">
          <ac:chgData name="Natanael Gomes" userId="522ef62b4e26dce7" providerId="LiveId" clId="{4508A53A-BF37-4A5B-83E0-88ADE77C231A}" dt="2025-11-28T17:16:26.959" v="2266" actId="478"/>
          <ac:picMkLst>
            <pc:docMk/>
            <pc:sldMk cId="2018064892" sldId="301"/>
            <ac:picMk id="6" creationId="{EC9535B1-2F4E-43D6-8E3A-10B9C8616014}"/>
          </ac:picMkLst>
        </pc:picChg>
        <pc:picChg chg="del">
          <ac:chgData name="Natanael Gomes" userId="522ef62b4e26dce7" providerId="LiveId" clId="{4508A53A-BF37-4A5B-83E0-88ADE77C231A}" dt="2025-11-28T17:16:24.967" v="2265" actId="478"/>
          <ac:picMkLst>
            <pc:docMk/>
            <pc:sldMk cId="2018064892" sldId="301"/>
            <ac:picMk id="9" creationId="{B50429F4-7798-4FD3-B4B3-8B48B83C7F65}"/>
          </ac:picMkLst>
        </pc:picChg>
      </pc:sldChg>
      <pc:sldChg chg="delSp modSp add mod">
        <pc:chgData name="Natanael Gomes" userId="522ef62b4e26dce7" providerId="LiveId" clId="{4508A53A-BF37-4A5B-83E0-88ADE77C231A}" dt="2025-11-28T17:19:03.637" v="2280" actId="14100"/>
        <pc:sldMkLst>
          <pc:docMk/>
          <pc:sldMk cId="1825345286" sldId="302"/>
        </pc:sldMkLst>
        <pc:picChg chg="del">
          <ac:chgData name="Natanael Gomes" userId="522ef62b4e26dce7" providerId="LiveId" clId="{4508A53A-BF37-4A5B-83E0-88ADE77C231A}" dt="2025-11-28T17:18:55.454" v="2278" actId="478"/>
          <ac:picMkLst>
            <pc:docMk/>
            <pc:sldMk cId="1825345286" sldId="302"/>
            <ac:picMk id="6" creationId="{EC9535B1-2F4E-43D6-8E3A-10B9C8616014}"/>
          </ac:picMkLst>
        </pc:picChg>
        <pc:picChg chg="mod">
          <ac:chgData name="Natanael Gomes" userId="522ef62b4e26dce7" providerId="LiveId" clId="{4508A53A-BF37-4A5B-83E0-88ADE77C231A}" dt="2025-11-28T17:19:03.637" v="2280" actId="14100"/>
          <ac:picMkLst>
            <pc:docMk/>
            <pc:sldMk cId="1825345286" sldId="302"/>
            <ac:picMk id="9" creationId="{B50429F4-7798-4FD3-B4B3-8B48B83C7F65}"/>
          </ac:picMkLst>
        </pc:picChg>
      </pc:sldChg>
      <pc:sldChg chg="new del">
        <pc:chgData name="Natanael Gomes" userId="522ef62b4e26dce7" providerId="LiveId" clId="{4508A53A-BF37-4A5B-83E0-88ADE77C231A}" dt="2025-11-28T17:23:16.505" v="2293" actId="47"/>
        <pc:sldMkLst>
          <pc:docMk/>
          <pc:sldMk cId="2624265478" sldId="303"/>
        </pc:sldMkLst>
      </pc:sldChg>
      <pc:sldChg chg="new del">
        <pc:chgData name="Natanael Gomes" userId="522ef62b4e26dce7" providerId="LiveId" clId="{4508A53A-BF37-4A5B-83E0-88ADE77C231A}" dt="2025-11-28T17:23:17.108" v="2294" actId="47"/>
        <pc:sldMkLst>
          <pc:docMk/>
          <pc:sldMk cId="3630322496" sldId="304"/>
        </pc:sldMkLst>
      </pc:sldChg>
      <pc:sldChg chg="new del">
        <pc:chgData name="Natanael Gomes" userId="522ef62b4e26dce7" providerId="LiveId" clId="{4508A53A-BF37-4A5B-83E0-88ADE77C231A}" dt="2025-11-28T17:23:17.673" v="2295" actId="47"/>
        <pc:sldMkLst>
          <pc:docMk/>
          <pc:sldMk cId="418093880" sldId="305"/>
        </pc:sldMkLst>
      </pc:sldChg>
      <pc:sldChg chg="new del">
        <pc:chgData name="Natanael Gomes" userId="522ef62b4e26dce7" providerId="LiveId" clId="{4508A53A-BF37-4A5B-83E0-88ADE77C231A}" dt="2025-11-28T17:23:18.188" v="2296" actId="47"/>
        <pc:sldMkLst>
          <pc:docMk/>
          <pc:sldMk cId="1208054260" sldId="306"/>
        </pc:sldMkLst>
      </pc:sldChg>
      <pc:sldChg chg="new del">
        <pc:chgData name="Natanael Gomes" userId="522ef62b4e26dce7" providerId="LiveId" clId="{4508A53A-BF37-4A5B-83E0-88ADE77C231A}" dt="2025-11-28T17:23:18.740" v="2297" actId="47"/>
        <pc:sldMkLst>
          <pc:docMk/>
          <pc:sldMk cId="3659050051" sldId="307"/>
        </pc:sldMkLst>
      </pc:sldChg>
      <pc:sldChg chg="new del">
        <pc:chgData name="Natanael Gomes" userId="522ef62b4e26dce7" providerId="LiveId" clId="{4508A53A-BF37-4A5B-83E0-88ADE77C231A}" dt="2025-11-28T17:23:19.260" v="2298" actId="47"/>
        <pc:sldMkLst>
          <pc:docMk/>
          <pc:sldMk cId="4030593110" sldId="308"/>
        </pc:sldMkLst>
      </pc:sldChg>
      <pc:sldChg chg="new del">
        <pc:chgData name="Natanael Gomes" userId="522ef62b4e26dce7" providerId="LiveId" clId="{4508A53A-BF37-4A5B-83E0-88ADE77C231A}" dt="2025-11-28T17:23:19.810" v="2299" actId="47"/>
        <pc:sldMkLst>
          <pc:docMk/>
          <pc:sldMk cId="1621655856" sldId="309"/>
        </pc:sldMkLst>
      </pc:sldChg>
      <pc:sldChg chg="new del">
        <pc:chgData name="Natanael Gomes" userId="522ef62b4e26dce7" providerId="LiveId" clId="{4508A53A-BF37-4A5B-83E0-88ADE77C231A}" dt="2025-11-28T17:23:20.356" v="2300" actId="47"/>
        <pc:sldMkLst>
          <pc:docMk/>
          <pc:sldMk cId="3638554475" sldId="310"/>
        </pc:sldMkLst>
      </pc:sldChg>
      <pc:sldChg chg="new del">
        <pc:chgData name="Natanael Gomes" userId="522ef62b4e26dce7" providerId="LiveId" clId="{4508A53A-BF37-4A5B-83E0-88ADE77C231A}" dt="2025-11-28T17:23:20.874" v="2301" actId="47"/>
        <pc:sldMkLst>
          <pc:docMk/>
          <pc:sldMk cId="1182627817" sldId="311"/>
        </pc:sldMkLst>
      </pc:sldChg>
      <pc:sldChg chg="new del">
        <pc:chgData name="Natanael Gomes" userId="522ef62b4e26dce7" providerId="LiveId" clId="{4508A53A-BF37-4A5B-83E0-88ADE77C231A}" dt="2025-11-28T17:23:21.688" v="2302" actId="47"/>
        <pc:sldMkLst>
          <pc:docMk/>
          <pc:sldMk cId="4229913149" sldId="312"/>
        </pc:sldMkLst>
      </pc:sldChg>
    </pc:docChg>
  </pc:docChgLst>
  <pc:docChgLst>
    <pc:chgData name="Natanael Gomes" userId="522ef62b4e26dce7" providerId="LiveId" clId="{201A9659-5045-49F6-A244-86A2E644C2F2}"/>
    <pc:docChg chg="undo custSel addSld delSld modSld sldOrd">
      <pc:chgData name="Natanael Gomes" userId="522ef62b4e26dce7" providerId="LiveId" clId="{201A9659-5045-49F6-A244-86A2E644C2F2}" dt="2025-10-20T02:18:39.542" v="4451" actId="2696"/>
      <pc:docMkLst>
        <pc:docMk/>
      </pc:docMkLst>
      <pc:sldChg chg="modSp mod">
        <pc:chgData name="Natanael Gomes" userId="522ef62b4e26dce7" providerId="LiveId" clId="{201A9659-5045-49F6-A244-86A2E644C2F2}" dt="2025-10-20T00:44:30.178" v="3101" actId="20577"/>
        <pc:sldMkLst>
          <pc:docMk/>
          <pc:sldMk cId="0" sldId="256"/>
        </pc:sldMkLst>
        <pc:spChg chg="mod">
          <ac:chgData name="Natanael Gomes" userId="522ef62b4e26dce7" providerId="LiveId" clId="{201A9659-5045-49F6-A244-86A2E644C2F2}" dt="2025-10-20T00:44:30.178" v="3101" actId="20577"/>
          <ac:spMkLst>
            <pc:docMk/>
            <pc:sldMk cId="0" sldId="256"/>
            <ac:spMk id="6" creationId="{00000000-0000-0000-0000-000000000000}"/>
          </ac:spMkLst>
        </pc:spChg>
      </pc:sldChg>
      <pc:sldChg chg="modSp mod">
        <pc:chgData name="Natanael Gomes" userId="522ef62b4e26dce7" providerId="LiveId" clId="{201A9659-5045-49F6-A244-86A2E644C2F2}" dt="2025-10-19T23:11:35.534" v="94" actId="20577"/>
        <pc:sldMkLst>
          <pc:docMk/>
          <pc:sldMk cId="1742389133" sldId="259"/>
        </pc:sldMkLst>
        <pc:spChg chg="mod">
          <ac:chgData name="Natanael Gomes" userId="522ef62b4e26dce7" providerId="LiveId" clId="{201A9659-5045-49F6-A244-86A2E644C2F2}" dt="2025-10-19T23:11:11.907" v="26" actId="20577"/>
          <ac:spMkLst>
            <pc:docMk/>
            <pc:sldMk cId="1742389133" sldId="259"/>
            <ac:spMk id="2" creationId="{00000000-0000-0000-0000-000000000000}"/>
          </ac:spMkLst>
        </pc:spChg>
        <pc:spChg chg="mod">
          <ac:chgData name="Natanael Gomes" userId="522ef62b4e26dce7" providerId="LiveId" clId="{201A9659-5045-49F6-A244-86A2E644C2F2}" dt="2025-10-19T23:11:35.534" v="94" actId="20577"/>
          <ac:spMkLst>
            <pc:docMk/>
            <pc:sldMk cId="1742389133" sldId="259"/>
            <ac:spMk id="3" creationId="{00000000-0000-0000-0000-000000000000}"/>
          </ac:spMkLst>
        </pc:spChg>
      </pc:sldChg>
      <pc:sldChg chg="addSp delSp modSp del mod">
        <pc:chgData name="Natanael Gomes" userId="522ef62b4e26dce7" providerId="LiveId" clId="{201A9659-5045-49F6-A244-86A2E644C2F2}" dt="2025-10-19T23:39:14.552" v="903" actId="2696"/>
        <pc:sldMkLst>
          <pc:docMk/>
          <pc:sldMk cId="1971586860" sldId="262"/>
        </pc:sldMkLst>
        <pc:spChg chg="mod">
          <ac:chgData name="Natanael Gomes" userId="522ef62b4e26dce7" providerId="LiveId" clId="{201A9659-5045-49F6-A244-86A2E644C2F2}" dt="2025-10-19T23:24:32.542" v="878" actId="20577"/>
          <ac:spMkLst>
            <pc:docMk/>
            <pc:sldMk cId="1971586860" sldId="262"/>
            <ac:spMk id="3" creationId="{00000000-0000-0000-0000-000000000000}"/>
          </ac:spMkLst>
        </pc:spChg>
        <pc:picChg chg="add del mod">
          <ac:chgData name="Natanael Gomes" userId="522ef62b4e26dce7" providerId="LiveId" clId="{201A9659-5045-49F6-A244-86A2E644C2F2}" dt="2025-10-19T23:19:43.153" v="583" actId="478"/>
          <ac:picMkLst>
            <pc:docMk/>
            <pc:sldMk cId="1971586860" sldId="262"/>
            <ac:picMk id="5" creationId="{211B6D26-2328-40BE-94CB-FF9CB5F5A7C8}"/>
          </ac:picMkLst>
        </pc:picChg>
      </pc:sldChg>
      <pc:sldChg chg="modSp mod">
        <pc:chgData name="Natanael Gomes" userId="522ef62b4e26dce7" providerId="LiveId" clId="{201A9659-5045-49F6-A244-86A2E644C2F2}" dt="2025-10-20T01:46:09.410" v="3708" actId="20577"/>
        <pc:sldMkLst>
          <pc:docMk/>
          <pc:sldMk cId="281595854" sldId="271"/>
        </pc:sldMkLst>
        <pc:spChg chg="mod">
          <ac:chgData name="Natanael Gomes" userId="522ef62b4e26dce7" providerId="LiveId" clId="{201A9659-5045-49F6-A244-86A2E644C2F2}" dt="2025-10-20T01:46:09.410" v="3708" actId="20577"/>
          <ac:spMkLst>
            <pc:docMk/>
            <pc:sldMk cId="281595854" sldId="271"/>
            <ac:spMk id="3" creationId="{00000000-0000-0000-0000-000000000000}"/>
          </ac:spMkLst>
        </pc:spChg>
      </pc:sldChg>
      <pc:sldChg chg="del">
        <pc:chgData name="Natanael Gomes" userId="522ef62b4e26dce7" providerId="LiveId" clId="{201A9659-5045-49F6-A244-86A2E644C2F2}" dt="2025-10-19T23:13:01.279" v="275" actId="47"/>
        <pc:sldMkLst>
          <pc:docMk/>
          <pc:sldMk cId="721756731" sldId="275"/>
        </pc:sldMkLst>
      </pc:sldChg>
      <pc:sldChg chg="del">
        <pc:chgData name="Natanael Gomes" userId="522ef62b4e26dce7" providerId="LiveId" clId="{201A9659-5045-49F6-A244-86A2E644C2F2}" dt="2025-10-19T23:13:03.281" v="276" actId="47"/>
        <pc:sldMkLst>
          <pc:docMk/>
          <pc:sldMk cId="3755346706" sldId="276"/>
        </pc:sldMkLst>
      </pc:sldChg>
      <pc:sldChg chg="del">
        <pc:chgData name="Natanael Gomes" userId="522ef62b4e26dce7" providerId="LiveId" clId="{201A9659-5045-49F6-A244-86A2E644C2F2}" dt="2025-10-19T23:13:04.753" v="277" actId="47"/>
        <pc:sldMkLst>
          <pc:docMk/>
          <pc:sldMk cId="874498356" sldId="279"/>
        </pc:sldMkLst>
      </pc:sldChg>
      <pc:sldChg chg="del">
        <pc:chgData name="Natanael Gomes" userId="522ef62b4e26dce7" providerId="LiveId" clId="{201A9659-5045-49F6-A244-86A2E644C2F2}" dt="2025-10-19T23:13:05.675" v="278" actId="47"/>
        <pc:sldMkLst>
          <pc:docMk/>
          <pc:sldMk cId="4269635756" sldId="280"/>
        </pc:sldMkLst>
      </pc:sldChg>
      <pc:sldChg chg="del">
        <pc:chgData name="Natanael Gomes" userId="522ef62b4e26dce7" providerId="LiveId" clId="{201A9659-5045-49F6-A244-86A2E644C2F2}" dt="2025-10-19T23:13:06.659" v="279" actId="47"/>
        <pc:sldMkLst>
          <pc:docMk/>
          <pc:sldMk cId="1082280653" sldId="281"/>
        </pc:sldMkLst>
      </pc:sldChg>
      <pc:sldChg chg="del">
        <pc:chgData name="Natanael Gomes" userId="522ef62b4e26dce7" providerId="LiveId" clId="{201A9659-5045-49F6-A244-86A2E644C2F2}" dt="2025-10-19T23:13:08.020" v="280" actId="47"/>
        <pc:sldMkLst>
          <pc:docMk/>
          <pc:sldMk cId="3051447542" sldId="282"/>
        </pc:sldMkLst>
      </pc:sldChg>
      <pc:sldChg chg="del">
        <pc:chgData name="Natanael Gomes" userId="522ef62b4e26dce7" providerId="LiveId" clId="{201A9659-5045-49F6-A244-86A2E644C2F2}" dt="2025-10-19T23:13:10.130" v="281" actId="47"/>
        <pc:sldMkLst>
          <pc:docMk/>
          <pc:sldMk cId="1713438138" sldId="283"/>
        </pc:sldMkLst>
      </pc:sldChg>
      <pc:sldChg chg="del">
        <pc:chgData name="Natanael Gomes" userId="522ef62b4e26dce7" providerId="LiveId" clId="{201A9659-5045-49F6-A244-86A2E644C2F2}" dt="2025-10-19T23:13:13.486" v="282" actId="47"/>
        <pc:sldMkLst>
          <pc:docMk/>
          <pc:sldMk cId="2513894579" sldId="284"/>
        </pc:sldMkLst>
      </pc:sldChg>
      <pc:sldChg chg="del">
        <pc:chgData name="Natanael Gomes" userId="522ef62b4e26dce7" providerId="LiveId" clId="{201A9659-5045-49F6-A244-86A2E644C2F2}" dt="2025-10-19T23:12:50.394" v="274" actId="47"/>
        <pc:sldMkLst>
          <pc:docMk/>
          <pc:sldMk cId="4079048802" sldId="285"/>
        </pc:sldMkLst>
      </pc:sldChg>
      <pc:sldChg chg="del">
        <pc:chgData name="Natanael Gomes" userId="522ef62b4e26dce7" providerId="LiveId" clId="{201A9659-5045-49F6-A244-86A2E644C2F2}" dt="2025-10-19T23:12:48.792" v="273" actId="47"/>
        <pc:sldMkLst>
          <pc:docMk/>
          <pc:sldMk cId="982171581" sldId="287"/>
        </pc:sldMkLst>
      </pc:sldChg>
      <pc:sldChg chg="addSp delSp modSp mod">
        <pc:chgData name="Natanael Gomes" userId="522ef62b4e26dce7" providerId="LiveId" clId="{201A9659-5045-49F6-A244-86A2E644C2F2}" dt="2025-10-20T00:42:59.665" v="3003" actId="6549"/>
        <pc:sldMkLst>
          <pc:docMk/>
          <pc:sldMk cId="307547605" sldId="288"/>
        </pc:sldMkLst>
        <pc:spChg chg="mod">
          <ac:chgData name="Natanael Gomes" userId="522ef62b4e26dce7" providerId="LiveId" clId="{201A9659-5045-49F6-A244-86A2E644C2F2}" dt="2025-10-20T00:18:58.928" v="1981" actId="6549"/>
          <ac:spMkLst>
            <pc:docMk/>
            <pc:sldMk cId="307547605" sldId="288"/>
            <ac:spMk id="2" creationId="{00000000-0000-0000-0000-000000000000}"/>
          </ac:spMkLst>
        </pc:spChg>
        <pc:spChg chg="mod">
          <ac:chgData name="Natanael Gomes" userId="522ef62b4e26dce7" providerId="LiveId" clId="{201A9659-5045-49F6-A244-86A2E644C2F2}" dt="2025-10-20T00:41:46.509" v="2999" actId="2711"/>
          <ac:spMkLst>
            <pc:docMk/>
            <pc:sldMk cId="307547605" sldId="288"/>
            <ac:spMk id="4" creationId="{00000000-0000-0000-0000-000000000000}"/>
          </ac:spMkLst>
        </pc:spChg>
        <pc:spChg chg="add del mod">
          <ac:chgData name="Natanael Gomes" userId="522ef62b4e26dce7" providerId="LiveId" clId="{201A9659-5045-49F6-A244-86A2E644C2F2}" dt="2025-10-20T00:23:39.971" v="2139" actId="478"/>
          <ac:spMkLst>
            <pc:docMk/>
            <pc:sldMk cId="307547605" sldId="288"/>
            <ac:spMk id="5" creationId="{CA8B309D-42DE-4875-A303-FB2EF81434E3}"/>
          </ac:spMkLst>
        </pc:spChg>
        <pc:spChg chg="add del mod">
          <ac:chgData name="Natanael Gomes" userId="522ef62b4e26dce7" providerId="LiveId" clId="{201A9659-5045-49F6-A244-86A2E644C2F2}" dt="2025-10-20T00:40:36.225" v="2993" actId="478"/>
          <ac:spMkLst>
            <pc:docMk/>
            <pc:sldMk cId="307547605" sldId="288"/>
            <ac:spMk id="6" creationId="{A88362D5-3036-4A25-B242-4D4AEEC81D21}"/>
          </ac:spMkLst>
        </pc:spChg>
        <pc:spChg chg="add mod">
          <ac:chgData name="Natanael Gomes" userId="522ef62b4e26dce7" providerId="LiveId" clId="{201A9659-5045-49F6-A244-86A2E644C2F2}" dt="2025-10-20T00:42:59.665" v="3003" actId="6549"/>
          <ac:spMkLst>
            <pc:docMk/>
            <pc:sldMk cId="307547605" sldId="288"/>
            <ac:spMk id="7" creationId="{DC7545BB-CC63-4578-B31F-ECA0521D9761}"/>
          </ac:spMkLst>
        </pc:spChg>
      </pc:sldChg>
      <pc:sldChg chg="addSp delSp modSp add del mod">
        <pc:chgData name="Natanael Gomes" userId="522ef62b4e26dce7" providerId="LiveId" clId="{201A9659-5045-49F6-A244-86A2E644C2F2}" dt="2025-10-20T00:10:45.872" v="1758" actId="2696"/>
        <pc:sldMkLst>
          <pc:docMk/>
          <pc:sldMk cId="4073745764" sldId="289"/>
        </pc:sldMkLst>
        <pc:spChg chg="mod">
          <ac:chgData name="Natanael Gomes" userId="522ef62b4e26dce7" providerId="LiveId" clId="{201A9659-5045-49F6-A244-86A2E644C2F2}" dt="2025-10-19T23:22:17.252" v="651" actId="1076"/>
          <ac:spMkLst>
            <pc:docMk/>
            <pc:sldMk cId="4073745764" sldId="289"/>
            <ac:spMk id="3" creationId="{00000000-0000-0000-0000-000000000000}"/>
          </ac:spMkLst>
        </pc:spChg>
        <pc:spChg chg="add mod">
          <ac:chgData name="Natanael Gomes" userId="522ef62b4e26dce7" providerId="LiveId" clId="{201A9659-5045-49F6-A244-86A2E644C2F2}" dt="2025-10-19T23:22:24.110" v="653" actId="1076"/>
          <ac:spMkLst>
            <pc:docMk/>
            <pc:sldMk cId="4073745764" sldId="289"/>
            <ac:spMk id="7" creationId="{930382C9-4E62-47BC-955D-8D766285FEBB}"/>
          </ac:spMkLst>
        </pc:spChg>
        <pc:picChg chg="mod">
          <ac:chgData name="Natanael Gomes" userId="522ef62b4e26dce7" providerId="LiveId" clId="{201A9659-5045-49F6-A244-86A2E644C2F2}" dt="2025-10-19T23:22:20.322" v="652" actId="1076"/>
          <ac:picMkLst>
            <pc:docMk/>
            <pc:sldMk cId="4073745764" sldId="289"/>
            <ac:picMk id="5" creationId="{211B6D26-2328-40BE-94CB-FF9CB5F5A7C8}"/>
          </ac:picMkLst>
        </pc:picChg>
        <pc:picChg chg="add del mod">
          <ac:chgData name="Natanael Gomes" userId="522ef62b4e26dce7" providerId="LiveId" clId="{201A9659-5045-49F6-A244-86A2E644C2F2}" dt="2025-10-20T00:10:40.450" v="1757" actId="478"/>
          <ac:picMkLst>
            <pc:docMk/>
            <pc:sldMk cId="4073745764" sldId="289"/>
            <ac:picMk id="6" creationId="{30967D4B-C84D-4F61-A7F4-44C54518EB92}"/>
          </ac:picMkLst>
        </pc:picChg>
      </pc:sldChg>
      <pc:sldChg chg="modSp add mod">
        <pc:chgData name="Natanael Gomes" userId="522ef62b4e26dce7" providerId="LiveId" clId="{201A9659-5045-49F6-A244-86A2E644C2F2}" dt="2025-10-19T23:37:49.326" v="902" actId="6549"/>
        <pc:sldMkLst>
          <pc:docMk/>
          <pc:sldMk cId="4269648053" sldId="290"/>
        </pc:sldMkLst>
        <pc:spChg chg="mod">
          <ac:chgData name="Natanael Gomes" userId="522ef62b4e26dce7" providerId="LiveId" clId="{201A9659-5045-49F6-A244-86A2E644C2F2}" dt="2025-10-19T23:37:49.326" v="902" actId="6549"/>
          <ac:spMkLst>
            <pc:docMk/>
            <pc:sldMk cId="4269648053" sldId="290"/>
            <ac:spMk id="3" creationId="{00000000-0000-0000-0000-000000000000}"/>
          </ac:spMkLst>
        </pc:spChg>
      </pc:sldChg>
      <pc:sldChg chg="addSp delSp modSp add mod">
        <pc:chgData name="Natanael Gomes" userId="522ef62b4e26dce7" providerId="LiveId" clId="{201A9659-5045-49F6-A244-86A2E644C2F2}" dt="2025-10-20T01:49:17.466" v="3715" actId="20577"/>
        <pc:sldMkLst>
          <pc:docMk/>
          <pc:sldMk cId="888215767" sldId="291"/>
        </pc:sldMkLst>
        <pc:spChg chg="mod">
          <ac:chgData name="Natanael Gomes" userId="522ef62b4e26dce7" providerId="LiveId" clId="{201A9659-5045-49F6-A244-86A2E644C2F2}" dt="2025-10-19T23:56:01.723" v="1151" actId="20577"/>
          <ac:spMkLst>
            <pc:docMk/>
            <pc:sldMk cId="888215767" sldId="291"/>
            <ac:spMk id="2" creationId="{00000000-0000-0000-0000-000000000000}"/>
          </ac:spMkLst>
        </pc:spChg>
        <pc:spChg chg="mod">
          <ac:chgData name="Natanael Gomes" userId="522ef62b4e26dce7" providerId="LiveId" clId="{201A9659-5045-49F6-A244-86A2E644C2F2}" dt="2025-10-19T23:50:00.109" v="967" actId="1076"/>
          <ac:spMkLst>
            <pc:docMk/>
            <pc:sldMk cId="888215767" sldId="291"/>
            <ac:spMk id="3" creationId="{00000000-0000-0000-0000-000000000000}"/>
          </ac:spMkLst>
        </pc:spChg>
        <pc:spChg chg="add del mod">
          <ac:chgData name="Natanael Gomes" userId="522ef62b4e26dce7" providerId="LiveId" clId="{201A9659-5045-49F6-A244-86A2E644C2F2}" dt="2025-10-20T00:00:22.975" v="1164" actId="21"/>
          <ac:spMkLst>
            <pc:docMk/>
            <pc:sldMk cId="888215767" sldId="291"/>
            <ac:spMk id="5" creationId="{EC5E62CE-DAEB-407E-A0C3-AD663D97F8B1}"/>
          </ac:spMkLst>
        </pc:spChg>
        <pc:spChg chg="add del">
          <ac:chgData name="Natanael Gomes" userId="522ef62b4e26dce7" providerId="LiveId" clId="{201A9659-5045-49F6-A244-86A2E644C2F2}" dt="2025-10-19T23:59:02.541" v="1153" actId="478"/>
          <ac:spMkLst>
            <pc:docMk/>
            <pc:sldMk cId="888215767" sldId="291"/>
            <ac:spMk id="6" creationId="{A5A6FE44-C93F-4E0E-9C3D-A255ACD6AD1B}"/>
          </ac:spMkLst>
        </pc:spChg>
        <pc:spChg chg="add del">
          <ac:chgData name="Natanael Gomes" userId="522ef62b4e26dce7" providerId="LiveId" clId="{201A9659-5045-49F6-A244-86A2E644C2F2}" dt="2025-10-19T23:59:20.075" v="1155" actId="478"/>
          <ac:spMkLst>
            <pc:docMk/>
            <pc:sldMk cId="888215767" sldId="291"/>
            <ac:spMk id="7" creationId="{11719DE0-7278-4562-B7A6-1A432242B805}"/>
          </ac:spMkLst>
        </pc:spChg>
        <pc:spChg chg="add del mod">
          <ac:chgData name="Natanael Gomes" userId="522ef62b4e26dce7" providerId="LiveId" clId="{201A9659-5045-49F6-A244-86A2E644C2F2}" dt="2025-10-20T00:03:50.874" v="1710" actId="478"/>
          <ac:spMkLst>
            <pc:docMk/>
            <pc:sldMk cId="888215767" sldId="291"/>
            <ac:spMk id="9" creationId="{7B040F3A-EBF7-46A8-A760-B4AB5FA7C0F8}"/>
          </ac:spMkLst>
        </pc:spChg>
        <pc:spChg chg="add mod">
          <ac:chgData name="Natanael Gomes" userId="522ef62b4e26dce7" providerId="LiveId" clId="{201A9659-5045-49F6-A244-86A2E644C2F2}" dt="2025-10-20T01:49:17.466" v="3715" actId="20577"/>
          <ac:spMkLst>
            <pc:docMk/>
            <pc:sldMk cId="888215767" sldId="291"/>
            <ac:spMk id="10" creationId="{EE4A1299-BCE9-453B-8DF6-34DCBE93CF44}"/>
          </ac:spMkLst>
        </pc:spChg>
        <pc:picChg chg="add mod">
          <ac:chgData name="Natanael Gomes" userId="522ef62b4e26dce7" providerId="LiveId" clId="{201A9659-5045-49F6-A244-86A2E644C2F2}" dt="2025-10-20T00:10:15.092" v="1755" actId="1076"/>
          <ac:picMkLst>
            <pc:docMk/>
            <pc:sldMk cId="888215767" sldId="291"/>
            <ac:picMk id="11" creationId="{DC3C99C2-902F-45D6-AE19-5B176BB69E3B}"/>
          </ac:picMkLst>
        </pc:picChg>
      </pc:sldChg>
      <pc:sldChg chg="addSp delSp modSp add mod">
        <pc:chgData name="Natanael Gomes" userId="522ef62b4e26dce7" providerId="LiveId" clId="{201A9659-5045-49F6-A244-86A2E644C2F2}" dt="2025-10-20T01:49:25.651" v="3716" actId="20577"/>
        <pc:sldMkLst>
          <pc:docMk/>
          <pc:sldMk cId="361769995" sldId="292"/>
        </pc:sldMkLst>
        <pc:spChg chg="add mod">
          <ac:chgData name="Natanael Gomes" userId="522ef62b4e26dce7" providerId="LiveId" clId="{201A9659-5045-49F6-A244-86A2E644C2F2}" dt="2025-10-20T01:49:25.651" v="3716" actId="20577"/>
          <ac:spMkLst>
            <pc:docMk/>
            <pc:sldMk cId="361769995" sldId="292"/>
            <ac:spMk id="7" creationId="{A109CBE1-A4C2-4CF4-B07C-A90F08C1382E}"/>
          </ac:spMkLst>
        </pc:spChg>
        <pc:spChg chg="mod">
          <ac:chgData name="Natanael Gomes" userId="522ef62b4e26dce7" providerId="LiveId" clId="{201A9659-5045-49F6-A244-86A2E644C2F2}" dt="2025-10-20T01:47:44.838" v="3711" actId="255"/>
          <ac:spMkLst>
            <pc:docMk/>
            <pc:sldMk cId="361769995" sldId="292"/>
            <ac:spMk id="9" creationId="{7B040F3A-EBF7-46A8-A760-B4AB5FA7C0F8}"/>
          </ac:spMkLst>
        </pc:spChg>
        <pc:spChg chg="del">
          <ac:chgData name="Natanael Gomes" userId="522ef62b4e26dce7" providerId="LiveId" clId="{201A9659-5045-49F6-A244-86A2E644C2F2}" dt="2025-10-20T00:04:16.690" v="1712" actId="478"/>
          <ac:spMkLst>
            <pc:docMk/>
            <pc:sldMk cId="361769995" sldId="292"/>
            <ac:spMk id="10" creationId="{EE4A1299-BCE9-453B-8DF6-34DCBE93CF44}"/>
          </ac:spMkLst>
        </pc:spChg>
        <pc:picChg chg="add mod">
          <ac:chgData name="Natanael Gomes" userId="522ef62b4e26dce7" providerId="LiveId" clId="{201A9659-5045-49F6-A244-86A2E644C2F2}" dt="2025-10-20T00:07:59.781" v="1744" actId="1076"/>
          <ac:picMkLst>
            <pc:docMk/>
            <pc:sldMk cId="361769995" sldId="292"/>
            <ac:picMk id="8" creationId="{4BD249E1-B22C-4E7B-ACF9-A25C389AD8BD}"/>
          </ac:picMkLst>
        </pc:picChg>
      </pc:sldChg>
      <pc:sldChg chg="modSp add mod">
        <pc:chgData name="Natanael Gomes" userId="522ef62b4e26dce7" providerId="LiveId" clId="{201A9659-5045-49F6-A244-86A2E644C2F2}" dt="2025-10-20T00:45:21.841" v="3112" actId="20577"/>
        <pc:sldMkLst>
          <pc:docMk/>
          <pc:sldMk cId="1181574874" sldId="293"/>
        </pc:sldMkLst>
        <pc:spChg chg="mod">
          <ac:chgData name="Natanael Gomes" userId="522ef62b4e26dce7" providerId="LiveId" clId="{201A9659-5045-49F6-A244-86A2E644C2F2}" dt="2025-10-20T00:45:21.841" v="3112" actId="20577"/>
          <ac:spMkLst>
            <pc:docMk/>
            <pc:sldMk cId="1181574874" sldId="293"/>
            <ac:spMk id="4" creationId="{00000000-0000-0000-0000-000000000000}"/>
          </ac:spMkLst>
        </pc:spChg>
      </pc:sldChg>
      <pc:sldChg chg="delSp modSp add mod">
        <pc:chgData name="Natanael Gomes" userId="522ef62b4e26dce7" providerId="LiveId" clId="{201A9659-5045-49F6-A244-86A2E644C2F2}" dt="2025-10-20T02:00:58.282" v="3841" actId="113"/>
        <pc:sldMkLst>
          <pc:docMk/>
          <pc:sldMk cId="1253894034" sldId="294"/>
        </pc:sldMkLst>
        <pc:spChg chg="mod">
          <ac:chgData name="Natanael Gomes" userId="522ef62b4e26dce7" providerId="LiveId" clId="{201A9659-5045-49F6-A244-86A2E644C2F2}" dt="2025-10-20T02:00:58.282" v="3841" actId="113"/>
          <ac:spMkLst>
            <pc:docMk/>
            <pc:sldMk cId="1253894034" sldId="294"/>
            <ac:spMk id="2" creationId="{00000000-0000-0000-0000-000000000000}"/>
          </ac:spMkLst>
        </pc:spChg>
        <pc:spChg chg="mod">
          <ac:chgData name="Natanael Gomes" userId="522ef62b4e26dce7" providerId="LiveId" clId="{201A9659-5045-49F6-A244-86A2E644C2F2}" dt="2025-10-20T01:35:47.132" v="3584" actId="1076"/>
          <ac:spMkLst>
            <pc:docMk/>
            <pc:sldMk cId="1253894034" sldId="294"/>
            <ac:spMk id="4" creationId="{00000000-0000-0000-0000-000000000000}"/>
          </ac:spMkLst>
        </pc:spChg>
        <pc:spChg chg="del">
          <ac:chgData name="Natanael Gomes" userId="522ef62b4e26dce7" providerId="LiveId" clId="{201A9659-5045-49F6-A244-86A2E644C2F2}" dt="2025-10-20T00:52:09.812" v="3335" actId="478"/>
          <ac:spMkLst>
            <pc:docMk/>
            <pc:sldMk cId="1253894034" sldId="294"/>
            <ac:spMk id="7" creationId="{DC7545BB-CC63-4578-B31F-ECA0521D9761}"/>
          </ac:spMkLst>
        </pc:spChg>
      </pc:sldChg>
      <pc:sldChg chg="addSp delSp modSp add mod">
        <pc:chgData name="Natanael Gomes" userId="522ef62b4e26dce7" providerId="LiveId" clId="{201A9659-5045-49F6-A244-86A2E644C2F2}" dt="2025-10-20T02:00:36.290" v="3839" actId="255"/>
        <pc:sldMkLst>
          <pc:docMk/>
          <pc:sldMk cId="2538089211" sldId="295"/>
        </pc:sldMkLst>
        <pc:spChg chg="del">
          <ac:chgData name="Natanael Gomes" userId="522ef62b4e26dce7" providerId="LiveId" clId="{201A9659-5045-49F6-A244-86A2E644C2F2}" dt="2025-10-20T02:00:00.734" v="3789" actId="21"/>
          <ac:spMkLst>
            <pc:docMk/>
            <pc:sldMk cId="2538089211" sldId="295"/>
            <ac:spMk id="2" creationId="{00000000-0000-0000-0000-000000000000}"/>
          </ac:spMkLst>
        </pc:spChg>
        <pc:spChg chg="mod">
          <ac:chgData name="Natanael Gomes" userId="522ef62b4e26dce7" providerId="LiveId" clId="{201A9659-5045-49F6-A244-86A2E644C2F2}" dt="2025-10-20T01:25:57.273" v="3528" actId="20577"/>
          <ac:spMkLst>
            <pc:docMk/>
            <pc:sldMk cId="2538089211" sldId="295"/>
            <ac:spMk id="4" creationId="{00000000-0000-0000-0000-000000000000}"/>
          </ac:spMkLst>
        </pc:spChg>
        <pc:spChg chg="add del mod">
          <ac:chgData name="Natanael Gomes" userId="522ef62b4e26dce7" providerId="LiveId" clId="{201A9659-5045-49F6-A244-86A2E644C2F2}" dt="2025-10-20T02:00:04.177" v="3790"/>
          <ac:spMkLst>
            <pc:docMk/>
            <pc:sldMk cId="2538089211" sldId="295"/>
            <ac:spMk id="5" creationId="{AE942859-E127-4E9F-928B-BD3568F4AD6C}"/>
          </ac:spMkLst>
        </pc:spChg>
        <pc:spChg chg="add mod">
          <ac:chgData name="Natanael Gomes" userId="522ef62b4e26dce7" providerId="LiveId" clId="{201A9659-5045-49F6-A244-86A2E644C2F2}" dt="2025-10-20T02:00:36.290" v="3839" actId="255"/>
          <ac:spMkLst>
            <pc:docMk/>
            <pc:sldMk cId="2538089211" sldId="295"/>
            <ac:spMk id="6" creationId="{F0DA336D-D784-432A-A224-C3429FAEE396}"/>
          </ac:spMkLst>
        </pc:spChg>
      </pc:sldChg>
      <pc:sldChg chg="modSp add mod">
        <pc:chgData name="Natanael Gomes" userId="522ef62b4e26dce7" providerId="LiveId" clId="{201A9659-5045-49F6-A244-86A2E644C2F2}" dt="2025-10-20T02:11:06.944" v="3995" actId="6549"/>
        <pc:sldMkLst>
          <pc:docMk/>
          <pc:sldMk cId="1690989677" sldId="296"/>
        </pc:sldMkLst>
        <pc:spChg chg="mod">
          <ac:chgData name="Natanael Gomes" userId="522ef62b4e26dce7" providerId="LiveId" clId="{201A9659-5045-49F6-A244-86A2E644C2F2}" dt="2025-10-20T02:08:16.608" v="3891" actId="1076"/>
          <ac:spMkLst>
            <pc:docMk/>
            <pc:sldMk cId="1690989677" sldId="296"/>
            <ac:spMk id="2" creationId="{00000000-0000-0000-0000-000000000000}"/>
          </ac:spMkLst>
        </pc:spChg>
        <pc:spChg chg="mod">
          <ac:chgData name="Natanael Gomes" userId="522ef62b4e26dce7" providerId="LiveId" clId="{201A9659-5045-49F6-A244-86A2E644C2F2}" dt="2025-10-20T02:11:06.944" v="3995" actId="6549"/>
          <ac:spMkLst>
            <pc:docMk/>
            <pc:sldMk cId="1690989677" sldId="296"/>
            <ac:spMk id="4" creationId="{00000000-0000-0000-0000-000000000000}"/>
          </ac:spMkLst>
        </pc:spChg>
      </pc:sldChg>
      <pc:sldChg chg="modSp add mod">
        <pc:chgData name="Natanael Gomes" userId="522ef62b4e26dce7" providerId="LiveId" clId="{201A9659-5045-49F6-A244-86A2E644C2F2}" dt="2025-10-20T01:59:38.771" v="3788" actId="20577"/>
        <pc:sldMkLst>
          <pc:docMk/>
          <pc:sldMk cId="1497716285" sldId="297"/>
        </pc:sldMkLst>
        <pc:spChg chg="mod">
          <ac:chgData name="Natanael Gomes" userId="522ef62b4e26dce7" providerId="LiveId" clId="{201A9659-5045-49F6-A244-86A2E644C2F2}" dt="2025-10-20T01:59:25.803" v="3787" actId="14100"/>
          <ac:spMkLst>
            <pc:docMk/>
            <pc:sldMk cId="1497716285" sldId="297"/>
            <ac:spMk id="2" creationId="{00000000-0000-0000-0000-000000000000}"/>
          </ac:spMkLst>
        </pc:spChg>
        <pc:spChg chg="mod">
          <ac:chgData name="Natanael Gomes" userId="522ef62b4e26dce7" providerId="LiveId" clId="{201A9659-5045-49F6-A244-86A2E644C2F2}" dt="2025-10-20T01:59:38.771" v="3788" actId="20577"/>
          <ac:spMkLst>
            <pc:docMk/>
            <pc:sldMk cId="1497716285" sldId="297"/>
            <ac:spMk id="4" creationId="{00000000-0000-0000-0000-000000000000}"/>
          </ac:spMkLst>
        </pc:spChg>
      </pc:sldChg>
      <pc:sldChg chg="addSp modSp add del mod ord">
        <pc:chgData name="Natanael Gomes" userId="522ef62b4e26dce7" providerId="LiveId" clId="{201A9659-5045-49F6-A244-86A2E644C2F2}" dt="2025-10-20T02:18:39.542" v="4451" actId="2696"/>
        <pc:sldMkLst>
          <pc:docMk/>
          <pc:sldMk cId="2407048436" sldId="298"/>
        </pc:sldMkLst>
        <pc:spChg chg="mod">
          <ac:chgData name="Natanael Gomes" userId="522ef62b4e26dce7" providerId="LiveId" clId="{201A9659-5045-49F6-A244-86A2E644C2F2}" dt="2025-10-20T02:09:41.550" v="3936" actId="20577"/>
          <ac:spMkLst>
            <pc:docMk/>
            <pc:sldMk cId="2407048436" sldId="298"/>
            <ac:spMk id="2" creationId="{00000000-0000-0000-0000-000000000000}"/>
          </ac:spMkLst>
        </pc:spChg>
        <pc:spChg chg="mod">
          <ac:chgData name="Natanael Gomes" userId="522ef62b4e26dce7" providerId="LiveId" clId="{201A9659-5045-49F6-A244-86A2E644C2F2}" dt="2025-10-20T02:13:13.080" v="4042" actId="20577"/>
          <ac:spMkLst>
            <pc:docMk/>
            <pc:sldMk cId="2407048436" sldId="298"/>
            <ac:spMk id="4" creationId="{00000000-0000-0000-0000-000000000000}"/>
          </ac:spMkLst>
        </pc:spChg>
        <pc:spChg chg="add mod">
          <ac:chgData name="Natanael Gomes" userId="522ef62b4e26dce7" providerId="LiveId" clId="{201A9659-5045-49F6-A244-86A2E644C2F2}" dt="2025-10-20T02:10:21.262" v="3941" actId="1076"/>
          <ac:spMkLst>
            <pc:docMk/>
            <pc:sldMk cId="2407048436" sldId="298"/>
            <ac:spMk id="5" creationId="{6EC3B0B1-6003-4879-93F5-DCEFC6D3D307}"/>
          </ac:spMkLst>
        </pc:spChg>
      </pc:sldChg>
      <pc:sldChg chg="modSp add mod">
        <pc:chgData name="Natanael Gomes" userId="522ef62b4e26dce7" providerId="LiveId" clId="{201A9659-5045-49F6-A244-86A2E644C2F2}" dt="2025-10-20T02:18:29.442" v="4450" actId="113"/>
        <pc:sldMkLst>
          <pc:docMk/>
          <pc:sldMk cId="1847792255" sldId="299"/>
        </pc:sldMkLst>
        <pc:spChg chg="mod">
          <ac:chgData name="Natanael Gomes" userId="522ef62b4e26dce7" providerId="LiveId" clId="{201A9659-5045-49F6-A244-86A2E644C2F2}" dt="2025-10-20T02:18:29.442" v="4450" actId="113"/>
          <ac:spMkLst>
            <pc:docMk/>
            <pc:sldMk cId="1847792255" sldId="299"/>
            <ac:spMk id="4" creationId="{00000000-0000-0000-0000-000000000000}"/>
          </ac:spMkLst>
        </pc:spChg>
      </pc:sldChg>
      <pc:sldChg chg="modSp add mod">
        <pc:chgData name="Natanael Gomes" userId="522ef62b4e26dce7" providerId="LiveId" clId="{201A9659-5045-49F6-A244-86A2E644C2F2}" dt="2025-10-20T02:17:38.783" v="4445" actId="20577"/>
        <pc:sldMkLst>
          <pc:docMk/>
          <pc:sldMk cId="3007287031" sldId="300"/>
        </pc:sldMkLst>
        <pc:spChg chg="mod">
          <ac:chgData name="Natanael Gomes" userId="522ef62b4e26dce7" providerId="LiveId" clId="{201A9659-5045-49F6-A244-86A2E644C2F2}" dt="2025-10-20T02:17:38.783" v="4445" actId="20577"/>
          <ac:spMkLst>
            <pc:docMk/>
            <pc:sldMk cId="3007287031" sldId="300"/>
            <ac:spMk id="4" creationId="{00000000-0000-0000-0000-000000000000}"/>
          </ac:spMkLst>
        </pc:spChg>
      </pc:sldChg>
      <pc:sldChg chg="modSp add del mod">
        <pc:chgData name="Natanael Gomes" userId="522ef62b4e26dce7" providerId="LiveId" clId="{201A9659-5045-49F6-A244-86A2E644C2F2}" dt="2025-10-20T02:17:49.121" v="4446" actId="2696"/>
        <pc:sldMkLst>
          <pc:docMk/>
          <pc:sldMk cId="2493511784" sldId="301"/>
        </pc:sldMkLst>
        <pc:spChg chg="mod">
          <ac:chgData name="Natanael Gomes" userId="522ef62b4e26dce7" providerId="LiveId" clId="{201A9659-5045-49F6-A244-86A2E644C2F2}" dt="2025-10-20T02:16:02.915" v="4430" actId="1076"/>
          <ac:spMkLst>
            <pc:docMk/>
            <pc:sldMk cId="2493511784" sldId="301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704AB7-BE91-42AB-A541-16961459972D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F33AB8-0A14-4F3D-826E-A670BB4B17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5166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F33AB8-0A14-4F3D-826E-A670BB4B17FB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35724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F33AB8-0A14-4F3D-826E-A670BB4B17FB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58288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5890">
              <a:lnSpc>
                <a:spcPts val="1639"/>
              </a:lnSpc>
            </a:pP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5890">
              <a:lnSpc>
                <a:spcPts val="1639"/>
              </a:lnSpc>
            </a:pP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5890">
              <a:lnSpc>
                <a:spcPts val="1639"/>
              </a:lnSpc>
            </a:pP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55783" y="3539057"/>
            <a:ext cx="4088216" cy="331893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5890">
              <a:lnSpc>
                <a:spcPts val="1639"/>
              </a:lnSpc>
            </a:pP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5890">
              <a:lnSpc>
                <a:spcPts val="1639"/>
              </a:lnSpc>
            </a:pP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055783" y="3539057"/>
            <a:ext cx="4088216" cy="331893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9144000" cy="177393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7432" y="73152"/>
            <a:ext cx="1170432" cy="155448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565" y="65277"/>
            <a:ext cx="8992869" cy="695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5815" y="3031617"/>
            <a:ext cx="8508365" cy="3378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625205" y="6445689"/>
            <a:ext cx="272415" cy="223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5890">
              <a:lnSpc>
                <a:spcPts val="1639"/>
              </a:lnSpc>
            </a:pP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549751"/>
            <a:ext cx="9144000" cy="2473960"/>
            <a:chOff x="0" y="757451"/>
            <a:chExt cx="9144000" cy="24739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4576" y="757451"/>
              <a:ext cx="5866788" cy="239160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3148584"/>
              <a:ext cx="9143999" cy="82296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0" y="0"/>
            <a:ext cx="9144000" cy="259079"/>
          </a:xfrm>
          <a:custGeom>
            <a:avLst/>
            <a:gdLst/>
            <a:ahLst/>
            <a:cxnLst/>
            <a:rect l="l" t="t" r="r" b="b"/>
            <a:pathLst>
              <a:path w="9144000" h="259079">
                <a:moveTo>
                  <a:pt x="9144000" y="0"/>
                </a:moveTo>
                <a:lnTo>
                  <a:pt x="0" y="0"/>
                </a:lnTo>
                <a:lnTo>
                  <a:pt x="0" y="259079"/>
                </a:lnTo>
                <a:lnTo>
                  <a:pt x="9144000" y="259079"/>
                </a:lnTo>
                <a:lnTo>
                  <a:pt x="91440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34576" y="3314383"/>
            <a:ext cx="8404624" cy="8739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pt-BR" sz="2800" b="1" spc="-5" dirty="0">
                <a:latin typeface="Arial MT"/>
                <a:cs typeface="Arial MT"/>
              </a:rPr>
              <a:t>ADMINISTRAÇÃO </a:t>
            </a:r>
            <a:br>
              <a:rPr lang="pt-BR" sz="2800" b="1" spc="-5" dirty="0">
                <a:latin typeface="Arial MT"/>
                <a:cs typeface="Arial MT"/>
              </a:rPr>
            </a:br>
            <a:r>
              <a:rPr lang="pt-BR" sz="2800" b="1" spc="-5" dirty="0">
                <a:latin typeface="Arial MT"/>
                <a:cs typeface="Arial MT"/>
              </a:rPr>
              <a:t>DE SISTEMAS ABERTOS </a:t>
            </a:r>
            <a:endParaRPr sz="2800" b="1" spc="-5" dirty="0">
              <a:latin typeface="Arial MT"/>
              <a:cs typeface="Arial MT"/>
            </a:endParaRPr>
          </a:p>
        </p:txBody>
      </p:sp>
      <p:sp>
        <p:nvSpPr>
          <p:cNvPr id="7" name="object 6"/>
          <p:cNvSpPr txBox="1">
            <a:spLocks/>
          </p:cNvSpPr>
          <p:nvPr/>
        </p:nvSpPr>
        <p:spPr>
          <a:xfrm>
            <a:off x="609600" y="4876800"/>
            <a:ext cx="8153400" cy="140487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ahoma"/>
                <a:ea typeface="+mj-ea"/>
                <a:cs typeface="Tahoma"/>
              </a:defRPr>
            </a:lvl1pPr>
          </a:lstStyle>
          <a:p>
            <a:pPr marL="12700" algn="ctr">
              <a:spcBef>
                <a:spcPts val="95"/>
              </a:spcBef>
            </a:pPr>
            <a:endParaRPr lang="pt-BR" sz="2000" b="1" kern="0" spc="-5" dirty="0">
              <a:latin typeface="Arial MT"/>
              <a:cs typeface="Arial MT"/>
            </a:endParaRPr>
          </a:p>
          <a:p>
            <a:pPr marL="12700" algn="ctr">
              <a:spcBef>
                <a:spcPts val="95"/>
              </a:spcBef>
            </a:pPr>
            <a:endParaRPr lang="pt-BR" sz="2000" b="1" kern="0" spc="-5" dirty="0">
              <a:latin typeface="Arial MT"/>
              <a:cs typeface="Arial MT"/>
            </a:endParaRPr>
          </a:p>
          <a:p>
            <a:pPr marL="12700" algn="ctr">
              <a:spcBef>
                <a:spcPts val="95"/>
              </a:spcBef>
            </a:pPr>
            <a:r>
              <a:rPr lang="pt-BR" sz="2800" b="1" kern="0" spc="-5" dirty="0">
                <a:latin typeface="Arial MT"/>
                <a:cs typeface="Arial MT"/>
              </a:rPr>
              <a:t>Natanael Gomes de Melo Júnior – </a:t>
            </a:r>
            <a:r>
              <a:rPr lang="pt-BR" sz="2000" b="1" kern="0" spc="-5" dirty="0">
                <a:latin typeface="Arial MT"/>
                <a:cs typeface="Arial MT"/>
              </a:rPr>
              <a:t>20231014050011</a:t>
            </a:r>
          </a:p>
          <a:p>
            <a:pPr marL="12700" algn="ctr">
              <a:spcBef>
                <a:spcPts val="95"/>
              </a:spcBef>
            </a:pPr>
            <a:endParaRPr lang="pt-BR" sz="2000" b="1" kern="0" spc="-5" dirty="0">
              <a:latin typeface="Arial MT"/>
              <a:cs typeface="Arial M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327"/>
    </mc:Choice>
    <mc:Fallback xmlns="">
      <p:transition spd="slow" advTm="632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09800" y="457200"/>
            <a:ext cx="4114800" cy="2092881"/>
          </a:xfrm>
        </p:spPr>
        <p:txBody>
          <a:bodyPr/>
          <a:lstStyle/>
          <a:p>
            <a:pPr algn="ctr"/>
            <a:r>
              <a:rPr lang="pt-PT" sz="3200" b="1" dirty="0"/>
              <a:t>APRESENTAÇÃO</a:t>
            </a:r>
            <a:br>
              <a:rPr lang="pt-PT" sz="2800" b="1" dirty="0"/>
            </a:br>
            <a:r>
              <a:rPr lang="pt-PT" sz="2800" b="1" dirty="0"/>
              <a:t> </a:t>
            </a:r>
            <a:br>
              <a:rPr lang="pt-PT" sz="3200" b="1" dirty="0"/>
            </a:br>
            <a:br>
              <a:rPr lang="pt-BR" sz="3200" b="1" dirty="0"/>
            </a:br>
            <a:endParaRPr lang="pt-BR" b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3997186"/>
            <a:ext cx="86868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sz="1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2F0A37C-48B5-424E-89ED-70DB75193793}"/>
              </a:ext>
            </a:extLst>
          </p:cNvPr>
          <p:cNvSpPr txBox="1"/>
          <p:nvPr/>
        </p:nvSpPr>
        <p:spPr>
          <a:xfrm>
            <a:off x="762000" y="2133600"/>
            <a:ext cx="7315200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3200" b="1" dirty="0"/>
              <a:t>Atividade Proxy-DNS</a:t>
            </a:r>
          </a:p>
          <a:p>
            <a:pPr algn="just"/>
            <a:endParaRPr lang="pt-BR" sz="2400" dirty="0"/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pt-BR" sz="2800" dirty="0"/>
              <a:t>Um servidor DNS (BIND9);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pt-BR" sz="2800" dirty="0"/>
              <a:t>Um proxy reverso HTTP/HTTPS (</a:t>
            </a:r>
            <a:r>
              <a:rPr lang="pt-BR" sz="2800" dirty="0" err="1"/>
              <a:t>Nginx</a:t>
            </a:r>
            <a:r>
              <a:rPr lang="pt-BR" sz="2800" dirty="0"/>
              <a:t>);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pt-BR" sz="2800" dirty="0"/>
              <a:t>Dois servidores web (</a:t>
            </a:r>
            <a:r>
              <a:rPr lang="pt-BR" sz="2800" dirty="0" err="1"/>
              <a:t>Nginx</a:t>
            </a:r>
            <a:r>
              <a:rPr lang="pt-BR" sz="2800" dirty="0"/>
              <a:t>):</a:t>
            </a:r>
          </a:p>
          <a:p>
            <a:pPr algn="just"/>
            <a:r>
              <a:rPr lang="pt-BR" sz="2800" dirty="0"/>
              <a:t>     	</a:t>
            </a:r>
            <a:r>
              <a:rPr lang="pt-BR" sz="2800" dirty="0" err="1"/>
              <a:t>web_mail</a:t>
            </a:r>
            <a:r>
              <a:rPr lang="pt-BR" sz="2800" dirty="0"/>
              <a:t>; </a:t>
            </a:r>
          </a:p>
          <a:p>
            <a:pPr algn="just"/>
            <a:r>
              <a:rPr lang="pt-BR" sz="2800" dirty="0"/>
              <a:t>           </a:t>
            </a:r>
            <a:r>
              <a:rPr lang="pt-BR" sz="2800" dirty="0" err="1"/>
              <a:t>web_www</a:t>
            </a:r>
            <a:r>
              <a:rPr lang="pt-BR" sz="2800" dirty="0"/>
              <a:t>.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pt-BR" sz="2800" dirty="0"/>
              <a:t>script para automação das tarefas (control.sh). 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81574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273"/>
    </mc:Choice>
    <mc:Fallback xmlns="">
      <p:transition spd="slow" advTm="13273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09800" y="457201"/>
            <a:ext cx="4114800" cy="762000"/>
          </a:xfrm>
        </p:spPr>
        <p:txBody>
          <a:bodyPr/>
          <a:lstStyle/>
          <a:p>
            <a:pPr algn="ctr"/>
            <a:r>
              <a:rPr lang="pt-PT" sz="3200" b="1" dirty="0"/>
              <a:t>APRESENTAÇÃO</a:t>
            </a:r>
            <a:br>
              <a:rPr lang="pt-PT" sz="2800" b="1" dirty="0"/>
            </a:br>
            <a:r>
              <a:rPr lang="pt-PT" sz="2800" b="1" dirty="0"/>
              <a:t> </a:t>
            </a:r>
            <a:br>
              <a:rPr lang="pt-PT" sz="3200" b="1" dirty="0"/>
            </a:br>
            <a:br>
              <a:rPr lang="pt-BR" sz="3200" b="1" dirty="0"/>
            </a:br>
            <a:endParaRPr lang="pt-BR" b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3997186"/>
            <a:ext cx="86868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sz="1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2F0A37C-48B5-424E-89ED-70DB75193793}"/>
              </a:ext>
            </a:extLst>
          </p:cNvPr>
          <p:cNvSpPr txBox="1"/>
          <p:nvPr/>
        </p:nvSpPr>
        <p:spPr>
          <a:xfrm>
            <a:off x="685800" y="2550081"/>
            <a:ext cx="7543800" cy="6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600" dirty="0"/>
              <a:t>C:.</a:t>
            </a:r>
          </a:p>
          <a:p>
            <a:pPr algn="just"/>
            <a:r>
              <a:rPr lang="pt-BR" sz="1600" dirty="0"/>
              <a:t>│   control.sh</a:t>
            </a:r>
          </a:p>
          <a:p>
            <a:pPr algn="just"/>
            <a:r>
              <a:rPr lang="pt-BR" sz="1600" dirty="0"/>
              <a:t>│   </a:t>
            </a:r>
            <a:r>
              <a:rPr lang="pt-BR" sz="1600" dirty="0" err="1"/>
              <a:t>docker-compose.yml</a:t>
            </a:r>
            <a:endParaRPr lang="pt-BR" sz="1600" dirty="0"/>
          </a:p>
          <a:p>
            <a:pPr algn="just"/>
            <a:r>
              <a:rPr lang="pt-BR" sz="1600" dirty="0"/>
              <a:t>│   README.md</a:t>
            </a:r>
          </a:p>
          <a:p>
            <a:pPr algn="just"/>
            <a:r>
              <a:rPr lang="pt-BR" sz="1600" dirty="0"/>
              <a:t>│   </a:t>
            </a:r>
          </a:p>
          <a:p>
            <a:pPr algn="just"/>
            <a:r>
              <a:rPr lang="pt-BR" sz="1600" dirty="0"/>
              <a:t>├───</a:t>
            </a:r>
            <a:r>
              <a:rPr lang="pt-BR" sz="1600" dirty="0" err="1"/>
              <a:t>dns</a:t>
            </a:r>
            <a:endParaRPr lang="pt-BR" sz="1600" dirty="0"/>
          </a:p>
          <a:p>
            <a:pPr algn="just"/>
            <a:r>
              <a:rPr lang="pt-BR" sz="1600" dirty="0"/>
              <a:t>│       db.natanael.asa.br</a:t>
            </a:r>
          </a:p>
          <a:p>
            <a:pPr algn="just"/>
            <a:r>
              <a:rPr lang="pt-BR" sz="1600" dirty="0"/>
              <a:t>│       </a:t>
            </a:r>
            <a:r>
              <a:rPr lang="pt-BR" sz="1600" dirty="0" err="1"/>
              <a:t>Dockerfile</a:t>
            </a:r>
            <a:endParaRPr lang="pt-BR" sz="1600" dirty="0"/>
          </a:p>
          <a:p>
            <a:pPr algn="just"/>
            <a:r>
              <a:rPr lang="pt-BR" sz="1600" dirty="0"/>
              <a:t>│       </a:t>
            </a:r>
            <a:r>
              <a:rPr lang="pt-BR" sz="1600" dirty="0" err="1"/>
              <a:t>named.conf.local</a:t>
            </a:r>
            <a:endParaRPr lang="pt-BR" sz="1600" dirty="0"/>
          </a:p>
          <a:p>
            <a:pPr algn="just"/>
            <a:r>
              <a:rPr lang="pt-BR" sz="1600" dirty="0"/>
              <a:t>│       </a:t>
            </a:r>
            <a:r>
              <a:rPr lang="pt-BR" sz="1600" dirty="0" err="1"/>
              <a:t>named.conf.options</a:t>
            </a:r>
            <a:endParaRPr lang="pt-BR" sz="1600" dirty="0"/>
          </a:p>
          <a:p>
            <a:pPr algn="just"/>
            <a:r>
              <a:rPr lang="pt-BR" sz="1600" dirty="0"/>
              <a:t>│       </a:t>
            </a:r>
          </a:p>
          <a:p>
            <a:pPr algn="just"/>
            <a:r>
              <a:rPr lang="pt-BR" sz="1600" dirty="0"/>
              <a:t>├───proxy</a:t>
            </a:r>
          </a:p>
          <a:p>
            <a:pPr algn="just"/>
            <a:r>
              <a:rPr lang="pt-BR" sz="1600" dirty="0"/>
              <a:t>│       </a:t>
            </a:r>
            <a:r>
              <a:rPr lang="pt-BR" sz="1600" dirty="0" err="1"/>
              <a:t>Dockerfile</a:t>
            </a:r>
            <a:endParaRPr lang="pt-BR" sz="1600" dirty="0"/>
          </a:p>
          <a:p>
            <a:pPr algn="just"/>
            <a:r>
              <a:rPr lang="pt-BR" sz="1600" dirty="0"/>
              <a:t>│       </a:t>
            </a:r>
            <a:r>
              <a:rPr lang="pt-BR" sz="1600" dirty="0" err="1"/>
              <a:t>proxy.conf</a:t>
            </a:r>
            <a:endParaRPr lang="pt-BR" sz="1600" dirty="0"/>
          </a:p>
          <a:p>
            <a:pPr algn="just"/>
            <a:r>
              <a:rPr lang="pt-BR" sz="1600" dirty="0"/>
              <a:t>│</a:t>
            </a:r>
          </a:p>
          <a:p>
            <a:pPr algn="just"/>
            <a:r>
              <a:rPr lang="pt-BR" sz="1600" dirty="0"/>
              <a:t>├───</a:t>
            </a:r>
            <a:r>
              <a:rPr lang="pt-BR" sz="1600" dirty="0" err="1"/>
              <a:t>web_mail</a:t>
            </a:r>
            <a:endParaRPr lang="pt-BR" sz="1600" dirty="0"/>
          </a:p>
          <a:p>
            <a:pPr algn="just"/>
            <a:r>
              <a:rPr lang="pt-BR" sz="1600" dirty="0"/>
              <a:t>│       </a:t>
            </a:r>
            <a:r>
              <a:rPr lang="pt-BR" sz="1600" dirty="0" err="1"/>
              <a:t>Dockerfile</a:t>
            </a:r>
            <a:endParaRPr lang="pt-BR" sz="1600" dirty="0"/>
          </a:p>
          <a:p>
            <a:pPr algn="just"/>
            <a:r>
              <a:rPr lang="pt-BR" sz="1600" dirty="0"/>
              <a:t>│       index.html</a:t>
            </a:r>
          </a:p>
          <a:p>
            <a:pPr algn="just"/>
            <a:r>
              <a:rPr lang="pt-BR" sz="1600" dirty="0"/>
              <a:t>│</a:t>
            </a:r>
          </a:p>
          <a:p>
            <a:pPr algn="just"/>
            <a:r>
              <a:rPr lang="pt-BR" sz="1600" dirty="0"/>
              <a:t>└───</a:t>
            </a:r>
            <a:r>
              <a:rPr lang="pt-BR" sz="1600" dirty="0" err="1"/>
              <a:t>web_www</a:t>
            </a:r>
            <a:endParaRPr lang="pt-BR" sz="1600" dirty="0"/>
          </a:p>
          <a:p>
            <a:pPr algn="just"/>
            <a:r>
              <a:rPr lang="pt-BR" sz="1600" dirty="0"/>
              <a:t>        </a:t>
            </a:r>
            <a:r>
              <a:rPr lang="pt-BR" sz="1600" dirty="0" err="1"/>
              <a:t>Dockerfile</a:t>
            </a:r>
            <a:endParaRPr lang="pt-BR" sz="1600" dirty="0"/>
          </a:p>
          <a:p>
            <a:pPr algn="just"/>
            <a:r>
              <a:rPr lang="pt-BR" sz="1600" dirty="0"/>
              <a:t>        index.html </a:t>
            </a:r>
          </a:p>
          <a:p>
            <a:pPr algn="just"/>
            <a:r>
              <a:rPr lang="pt-BR" sz="2000" dirty="0"/>
              <a:t>         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69994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273"/>
    </mc:Choice>
    <mc:Fallback>
      <p:transition spd="slow" advTm="13273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862D6DE-BA0A-403F-9F2D-8142311643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7816" y="2133600"/>
            <a:ext cx="8508365" cy="4924425"/>
          </a:xfrm>
        </p:spPr>
        <p:txBody>
          <a:bodyPr/>
          <a:lstStyle/>
          <a:p>
            <a:r>
              <a:rPr lang="pt-BR" dirty="0"/>
              <a:t>O ambiente foi orquestrado usando Docker </a:t>
            </a:r>
            <a:r>
              <a:rPr lang="pt-BR" dirty="0" err="1"/>
              <a:t>Compose</a:t>
            </a:r>
            <a:r>
              <a:rPr lang="pt-BR" dirty="0"/>
              <a:t>, permitindo rodar todos os serviços de forma isolada;</a:t>
            </a:r>
          </a:p>
          <a:p>
            <a:r>
              <a:rPr lang="pt-BR" dirty="0"/>
              <a:t>porém conversando por meio de uma rede Docker interna.</a:t>
            </a:r>
          </a:p>
          <a:p>
            <a:endParaRPr lang="pt-BR" dirty="0"/>
          </a:p>
          <a:p>
            <a:r>
              <a:rPr lang="pt-BR" dirty="0"/>
              <a:t>1. </a:t>
            </a:r>
            <a:r>
              <a:rPr lang="pt-BR" dirty="0" err="1"/>
              <a:t>docker-compose.yml</a:t>
            </a:r>
            <a:endParaRPr lang="pt-BR" dirty="0"/>
          </a:p>
          <a:p>
            <a:r>
              <a:rPr lang="pt-BR" dirty="0"/>
              <a:t>Orquestra todos os serviços (DNS, proxy e web servers) em uma rede Docker interna. </a:t>
            </a:r>
          </a:p>
          <a:p>
            <a:r>
              <a:rPr lang="pt-BR" dirty="0"/>
              <a:t>Define </a:t>
            </a:r>
            <a:r>
              <a:rPr lang="pt-BR" dirty="0" err="1"/>
              <a:t>IPs</a:t>
            </a:r>
            <a:r>
              <a:rPr lang="pt-BR" dirty="0"/>
              <a:t> estáticos e mapeamento de portas.</a:t>
            </a:r>
          </a:p>
          <a:p>
            <a:endParaRPr lang="pt-BR" dirty="0"/>
          </a:p>
          <a:p>
            <a:r>
              <a:rPr lang="pt-BR" dirty="0"/>
              <a:t>2. </a:t>
            </a:r>
            <a:r>
              <a:rPr lang="pt-BR" dirty="0" err="1"/>
              <a:t>dns</a:t>
            </a:r>
            <a:endParaRPr lang="pt-BR" dirty="0"/>
          </a:p>
          <a:p>
            <a:r>
              <a:rPr lang="pt-BR" dirty="0" err="1"/>
              <a:t>Dockerfile</a:t>
            </a:r>
            <a:r>
              <a:rPr lang="pt-BR" dirty="0"/>
              <a:t>: cria a imagem Ubuntu com BIND9 instalado.</a:t>
            </a:r>
          </a:p>
          <a:p>
            <a:r>
              <a:rPr lang="pt-BR" dirty="0" err="1"/>
              <a:t>named.conf.options</a:t>
            </a:r>
            <a:r>
              <a:rPr lang="pt-BR" dirty="0"/>
              <a:t>: configurações globais.</a:t>
            </a:r>
          </a:p>
          <a:p>
            <a:r>
              <a:rPr lang="pt-BR" dirty="0" err="1"/>
              <a:t>named.conf.local</a:t>
            </a:r>
            <a:r>
              <a:rPr lang="pt-BR" dirty="0"/>
              <a:t>: define a zona natanael.asa.br como master.</a:t>
            </a:r>
          </a:p>
          <a:p>
            <a:r>
              <a:rPr lang="pt-BR" dirty="0"/>
              <a:t>db.natanael.asa.br : arquivo de zona DNS contendo registros SOA, NS e A para cada subdomínio.</a:t>
            </a:r>
          </a:p>
          <a:p>
            <a:endParaRPr lang="pt-BR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5C1B5320-7B33-4D6B-BE59-7E3BA5FB7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8" y="304800"/>
            <a:ext cx="8991600" cy="695325"/>
          </a:xfrm>
        </p:spPr>
        <p:txBody>
          <a:bodyPr/>
          <a:lstStyle/>
          <a:p>
            <a:pPr algn="ctr"/>
            <a:r>
              <a:rPr lang="pt-PT" sz="3200" b="1" dirty="0"/>
              <a:t>APRESENTAÇÃO</a:t>
            </a:r>
            <a:br>
              <a:rPr lang="pt-PT" sz="2800" b="1" dirty="0"/>
            </a:br>
            <a:r>
              <a:rPr lang="pt-PT" sz="2800" b="1" dirty="0"/>
              <a:t> </a:t>
            </a:r>
            <a:br>
              <a:rPr lang="pt-PT" sz="3200" b="1" dirty="0"/>
            </a:br>
            <a:br>
              <a:rPr lang="pt-BR" sz="3200" b="1" dirty="0"/>
            </a:b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2889190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862D6DE-BA0A-403F-9F2D-8142311643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7816" y="2209800"/>
            <a:ext cx="8508365" cy="4924425"/>
          </a:xfrm>
        </p:spPr>
        <p:txBody>
          <a:bodyPr/>
          <a:lstStyle/>
          <a:p>
            <a:r>
              <a:rPr lang="pt-BR" sz="2400" dirty="0"/>
              <a:t>3. Proxy</a:t>
            </a:r>
          </a:p>
          <a:p>
            <a:endParaRPr lang="pt-BR" sz="2400" dirty="0"/>
          </a:p>
          <a:p>
            <a:r>
              <a:rPr lang="pt-BR" sz="2400" dirty="0" err="1"/>
              <a:t>Dockerfile</a:t>
            </a:r>
            <a:r>
              <a:rPr lang="pt-BR" sz="2400" dirty="0"/>
              <a:t>: </a:t>
            </a:r>
            <a:r>
              <a:rPr lang="pt-BR" dirty="0"/>
              <a:t>cria a imagem </a:t>
            </a:r>
            <a:r>
              <a:rPr lang="pt-BR" dirty="0" err="1"/>
              <a:t>Nginx-Latest</a:t>
            </a:r>
            <a:r>
              <a:rPr lang="pt-BR" dirty="0"/>
              <a:t> com configuração </a:t>
            </a:r>
            <a:r>
              <a:rPr lang="pt-BR" dirty="0" err="1"/>
              <a:t>nginx.conf</a:t>
            </a:r>
            <a:r>
              <a:rPr lang="pt-BR" dirty="0"/>
              <a:t>.</a:t>
            </a:r>
          </a:p>
          <a:p>
            <a:endParaRPr lang="pt-BR" dirty="0"/>
          </a:p>
          <a:p>
            <a:r>
              <a:rPr lang="pt-BR" sz="2400" dirty="0" err="1"/>
              <a:t>proxy.conf</a:t>
            </a:r>
            <a:r>
              <a:rPr lang="pt-BR" sz="2400" dirty="0"/>
              <a:t>: </a:t>
            </a:r>
            <a:r>
              <a:rPr lang="pt-BR" dirty="0"/>
              <a:t>define blocos server separados para cada subdomínio em HTTP.</a:t>
            </a:r>
          </a:p>
          <a:p>
            <a:endParaRPr lang="pt-BR" sz="2400" dirty="0"/>
          </a:p>
          <a:p>
            <a:r>
              <a:rPr lang="pt-BR" sz="2400" dirty="0"/>
              <a:t>4. web</a:t>
            </a:r>
          </a:p>
          <a:p>
            <a:r>
              <a:rPr lang="pt-BR" sz="2400" dirty="0"/>
              <a:t>Pasta contendo 2 subdiretórios.</a:t>
            </a:r>
          </a:p>
          <a:p>
            <a:r>
              <a:rPr lang="pt-BR" sz="2400" dirty="0" err="1"/>
              <a:t>web_mail</a:t>
            </a:r>
            <a:r>
              <a:rPr lang="pt-BR" sz="2400" dirty="0"/>
              <a:t> / </a:t>
            </a:r>
            <a:r>
              <a:rPr lang="pt-BR" sz="2400" dirty="0" err="1"/>
              <a:t>web_www</a:t>
            </a:r>
            <a:endParaRPr lang="pt-BR" sz="2400" dirty="0"/>
          </a:p>
          <a:p>
            <a:r>
              <a:rPr lang="pt-BR" sz="2400" dirty="0" err="1"/>
              <a:t>Dockerfile</a:t>
            </a:r>
            <a:r>
              <a:rPr lang="pt-BR" sz="2400" dirty="0"/>
              <a:t>: </a:t>
            </a:r>
            <a:r>
              <a:rPr lang="pt-BR" dirty="0"/>
              <a:t>cria a imagem </a:t>
            </a:r>
            <a:r>
              <a:rPr lang="pt-BR" dirty="0" err="1"/>
              <a:t>Nginx-Latest</a:t>
            </a:r>
            <a:endParaRPr lang="pt-BR" dirty="0"/>
          </a:p>
          <a:p>
            <a:r>
              <a:rPr lang="pt-BR" sz="2400" dirty="0"/>
              <a:t>index.html: </a:t>
            </a:r>
            <a:r>
              <a:rPr lang="pt-BR" dirty="0"/>
              <a:t>página HTML personalizada para a cada pagina.</a:t>
            </a:r>
          </a:p>
          <a:p>
            <a:endParaRPr lang="pt-BR" dirty="0"/>
          </a:p>
          <a:p>
            <a:r>
              <a:rPr lang="pt-BR" dirty="0"/>
              <a:t> 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E423C93-034C-4EB3-8B53-7666E4B3D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65419" y="609600"/>
            <a:ext cx="8991600" cy="695325"/>
          </a:xfrm>
        </p:spPr>
        <p:txBody>
          <a:bodyPr/>
          <a:lstStyle/>
          <a:p>
            <a:pPr algn="ctr"/>
            <a:r>
              <a:rPr lang="pt-PT" sz="3200" b="1" dirty="0"/>
              <a:t>APRESENTAÇÃO</a:t>
            </a:r>
            <a:br>
              <a:rPr lang="pt-PT" sz="2800" b="1" dirty="0"/>
            </a:br>
            <a:r>
              <a:rPr lang="pt-PT" sz="2800" b="1" dirty="0"/>
              <a:t> </a:t>
            </a:r>
            <a:br>
              <a:rPr lang="pt-PT" sz="3200" b="1" dirty="0"/>
            </a:br>
            <a:br>
              <a:rPr lang="pt-BR" sz="3200" b="1" dirty="0"/>
            </a:b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402535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862D6DE-BA0A-403F-9F2D-8142311643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1" y="2044005"/>
            <a:ext cx="7467600" cy="4001095"/>
          </a:xfrm>
        </p:spPr>
        <p:txBody>
          <a:bodyPr/>
          <a:lstStyle/>
          <a:p>
            <a:endParaRPr lang="pt-BR" dirty="0"/>
          </a:p>
          <a:p>
            <a:r>
              <a:rPr lang="pt-BR" dirty="0"/>
              <a:t>5</a:t>
            </a:r>
            <a:r>
              <a:rPr lang="pt-BR" sz="2400" dirty="0"/>
              <a:t>. script control.sh automatiza as tarefas conforme os comandos:</a:t>
            </a:r>
          </a:p>
          <a:p>
            <a:r>
              <a:rPr lang="pt-BR" sz="2400" dirty="0"/>
              <a:t>    build   : </a:t>
            </a:r>
            <a:r>
              <a:rPr lang="pt-BR" dirty="0"/>
              <a:t>Constrói as imagens Docker.</a:t>
            </a:r>
          </a:p>
          <a:p>
            <a:r>
              <a:rPr lang="pt-BR" sz="2400" dirty="0"/>
              <a:t>    </a:t>
            </a:r>
            <a:r>
              <a:rPr lang="pt-BR" sz="2400" dirty="0" err="1"/>
              <a:t>up</a:t>
            </a:r>
            <a:r>
              <a:rPr lang="pt-BR" sz="2400" dirty="0"/>
              <a:t>      : </a:t>
            </a:r>
            <a:r>
              <a:rPr lang="pt-BR" dirty="0"/>
              <a:t>Constrói (se necessário) e inicia todos os serviços em segundo plano.</a:t>
            </a:r>
          </a:p>
          <a:p>
            <a:r>
              <a:rPr lang="pt-BR" sz="2400" dirty="0"/>
              <a:t>    start   : </a:t>
            </a:r>
            <a:r>
              <a:rPr lang="pt-BR" dirty="0"/>
              <a:t>Inicia containers que estão parados.</a:t>
            </a:r>
          </a:p>
          <a:p>
            <a:r>
              <a:rPr lang="pt-BR" sz="2400" dirty="0"/>
              <a:t>    stop    : </a:t>
            </a:r>
            <a:r>
              <a:rPr lang="pt-BR" dirty="0"/>
              <a:t>Para os containers em execução</a:t>
            </a:r>
            <a:r>
              <a:rPr lang="pt-BR" sz="2400" dirty="0"/>
              <a:t>.</a:t>
            </a:r>
          </a:p>
          <a:p>
            <a:r>
              <a:rPr lang="pt-BR" sz="2400" dirty="0"/>
              <a:t>    </a:t>
            </a:r>
            <a:r>
              <a:rPr lang="pt-BR" sz="2400" dirty="0" err="1"/>
              <a:t>down</a:t>
            </a:r>
            <a:r>
              <a:rPr lang="pt-BR" sz="2400" dirty="0"/>
              <a:t>    : </a:t>
            </a:r>
            <a:r>
              <a:rPr lang="pt-BR" dirty="0"/>
              <a:t>Para e remove containers e redes (Infraestrutura completa).</a:t>
            </a:r>
          </a:p>
          <a:p>
            <a:r>
              <a:rPr lang="pt-BR" sz="2400" dirty="0"/>
              <a:t> 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1BA625B-3787-4210-A286-A28B40D27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65237"/>
            <a:ext cx="8991600" cy="695325"/>
          </a:xfrm>
        </p:spPr>
        <p:txBody>
          <a:bodyPr/>
          <a:lstStyle/>
          <a:p>
            <a:pPr algn="ctr"/>
            <a:r>
              <a:rPr lang="pt-PT" sz="3200" b="1" dirty="0"/>
              <a:t>APRESENTAÇÃO</a:t>
            </a:r>
            <a:br>
              <a:rPr lang="pt-PT" sz="2800" b="1" dirty="0"/>
            </a:br>
            <a:r>
              <a:rPr lang="pt-PT" sz="2800" b="1" dirty="0"/>
              <a:t> </a:t>
            </a:r>
            <a:br>
              <a:rPr lang="pt-PT" sz="3200" b="1" dirty="0"/>
            </a:br>
            <a:br>
              <a:rPr lang="pt-BR" sz="3200" b="1" dirty="0"/>
            </a:b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3305851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862D6DE-BA0A-403F-9F2D-8142311643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1" y="2044005"/>
            <a:ext cx="7467600" cy="677108"/>
          </a:xfrm>
        </p:spPr>
        <p:txBody>
          <a:bodyPr/>
          <a:lstStyle/>
          <a:p>
            <a:endParaRPr lang="pt-BR" dirty="0"/>
          </a:p>
          <a:p>
            <a:endParaRPr lang="pt-BR" sz="2400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1BA625B-3787-4210-A286-A28B40D27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685800"/>
            <a:ext cx="8077200" cy="677109"/>
          </a:xfrm>
        </p:spPr>
        <p:txBody>
          <a:bodyPr/>
          <a:lstStyle/>
          <a:p>
            <a:pPr algn="ctr"/>
            <a:r>
              <a:rPr lang="pt-PT" sz="3200" b="1" dirty="0"/>
              <a:t>APRESENTAÇÃO</a:t>
            </a:r>
            <a:br>
              <a:rPr lang="pt-PT" sz="2800" b="1" dirty="0"/>
            </a:br>
            <a:r>
              <a:rPr lang="pt-PT" sz="2800" b="1" dirty="0"/>
              <a:t> </a:t>
            </a:r>
            <a:br>
              <a:rPr lang="pt-PT" sz="3200" b="1" dirty="0"/>
            </a:br>
            <a:br>
              <a:rPr lang="pt-BR" sz="3200" b="1" dirty="0"/>
            </a:br>
            <a:endParaRPr lang="pt-BR" b="1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3C22D2F-D863-47C4-84FA-0F71E470C6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080" y="2286000"/>
            <a:ext cx="7813965" cy="133776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3B090F3-3764-4A7A-933F-312198CA6F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072403"/>
            <a:ext cx="6811326" cy="1209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040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862D6DE-BA0A-403F-9F2D-8142311643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1" y="2044005"/>
            <a:ext cx="7467600" cy="677108"/>
          </a:xfrm>
        </p:spPr>
        <p:txBody>
          <a:bodyPr/>
          <a:lstStyle/>
          <a:p>
            <a:endParaRPr lang="pt-BR" dirty="0"/>
          </a:p>
          <a:p>
            <a:endParaRPr lang="pt-BR" sz="2400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1BA625B-3787-4210-A286-A28B40D27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685800"/>
            <a:ext cx="8077200" cy="677109"/>
          </a:xfrm>
        </p:spPr>
        <p:txBody>
          <a:bodyPr/>
          <a:lstStyle/>
          <a:p>
            <a:pPr algn="ctr"/>
            <a:r>
              <a:rPr lang="pt-PT" sz="3200" b="1" dirty="0"/>
              <a:t>APRESENTAÇÃO</a:t>
            </a:r>
            <a:br>
              <a:rPr lang="pt-PT" sz="2800" b="1" dirty="0"/>
            </a:br>
            <a:r>
              <a:rPr lang="pt-PT" sz="2800" b="1" dirty="0"/>
              <a:t> </a:t>
            </a:r>
            <a:br>
              <a:rPr lang="pt-PT" sz="3200" b="1" dirty="0"/>
            </a:br>
            <a:br>
              <a:rPr lang="pt-BR" sz="3200" b="1" dirty="0"/>
            </a:br>
            <a:endParaRPr lang="pt-BR" b="1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4594F15-2B77-4034-BCBE-D651446C14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297155"/>
            <a:ext cx="7582958" cy="1105054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5BCDB55-BA10-4387-B42A-5D936C29B9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258" y="3886200"/>
            <a:ext cx="7287642" cy="1305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4716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862D6DE-BA0A-403F-9F2D-8142311643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1" y="2044005"/>
            <a:ext cx="7467600" cy="677108"/>
          </a:xfrm>
        </p:spPr>
        <p:txBody>
          <a:bodyPr/>
          <a:lstStyle/>
          <a:p>
            <a:endParaRPr lang="pt-BR" dirty="0"/>
          </a:p>
          <a:p>
            <a:endParaRPr lang="pt-BR" sz="2400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1BA625B-3787-4210-A286-A28B40D27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685800"/>
            <a:ext cx="8077200" cy="677109"/>
          </a:xfrm>
        </p:spPr>
        <p:txBody>
          <a:bodyPr/>
          <a:lstStyle/>
          <a:p>
            <a:pPr algn="ctr"/>
            <a:r>
              <a:rPr lang="pt-PT" sz="3200" b="1" dirty="0"/>
              <a:t>APRESENTAÇÃO</a:t>
            </a:r>
            <a:br>
              <a:rPr lang="pt-PT" sz="2800" b="1" dirty="0"/>
            </a:br>
            <a:r>
              <a:rPr lang="pt-PT" sz="2800" b="1" dirty="0"/>
              <a:t> </a:t>
            </a:r>
            <a:br>
              <a:rPr lang="pt-PT" sz="3200" b="1" dirty="0"/>
            </a:br>
            <a:br>
              <a:rPr lang="pt-BR" sz="3200" b="1" dirty="0"/>
            </a:br>
            <a:endParaRPr lang="pt-BR" b="1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C9535B1-2F4E-43D6-8E3A-10B9C86160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2044005"/>
            <a:ext cx="6277851" cy="3442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506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862D6DE-BA0A-403F-9F2D-8142311643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1" y="2044005"/>
            <a:ext cx="7467600" cy="677108"/>
          </a:xfrm>
        </p:spPr>
        <p:txBody>
          <a:bodyPr/>
          <a:lstStyle/>
          <a:p>
            <a:endParaRPr lang="pt-BR" dirty="0"/>
          </a:p>
          <a:p>
            <a:endParaRPr lang="pt-BR" sz="2400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1BA625B-3787-4210-A286-A28B40D27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685800"/>
            <a:ext cx="8077200" cy="677109"/>
          </a:xfrm>
        </p:spPr>
        <p:txBody>
          <a:bodyPr/>
          <a:lstStyle/>
          <a:p>
            <a:pPr algn="ctr"/>
            <a:r>
              <a:rPr lang="pt-PT" sz="3200" b="1" dirty="0"/>
              <a:t>APRESENTAÇÃO</a:t>
            </a:r>
            <a:br>
              <a:rPr lang="pt-PT" sz="2800" b="1" dirty="0"/>
            </a:br>
            <a:r>
              <a:rPr lang="pt-PT" sz="2800" b="1" dirty="0"/>
              <a:t> </a:t>
            </a:r>
            <a:br>
              <a:rPr lang="pt-PT" sz="3200" b="1" dirty="0"/>
            </a:br>
            <a:br>
              <a:rPr lang="pt-BR" sz="3200" b="1" dirty="0"/>
            </a:br>
            <a:endParaRPr lang="pt-BR" b="1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B50429F4-7798-4FD3-B4B3-8B48B83C7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811" y="2793675"/>
            <a:ext cx="6830378" cy="345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3452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862D6DE-BA0A-403F-9F2D-8142311643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1" y="2044005"/>
            <a:ext cx="7467600" cy="677108"/>
          </a:xfrm>
        </p:spPr>
        <p:txBody>
          <a:bodyPr/>
          <a:lstStyle/>
          <a:p>
            <a:endParaRPr lang="pt-BR" dirty="0"/>
          </a:p>
          <a:p>
            <a:endParaRPr lang="pt-BR" sz="2400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1BA625B-3787-4210-A286-A28B40D27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685800"/>
            <a:ext cx="8077200" cy="677109"/>
          </a:xfrm>
        </p:spPr>
        <p:txBody>
          <a:bodyPr/>
          <a:lstStyle/>
          <a:p>
            <a:pPr algn="ctr"/>
            <a:r>
              <a:rPr lang="pt-PT" sz="3200" b="1" dirty="0"/>
              <a:t>APRESENTAÇÃO</a:t>
            </a:r>
            <a:br>
              <a:rPr lang="pt-PT" sz="2800" b="1" dirty="0"/>
            </a:br>
            <a:r>
              <a:rPr lang="pt-PT" sz="2800" b="1" dirty="0"/>
              <a:t> </a:t>
            </a:r>
            <a:br>
              <a:rPr lang="pt-PT" sz="3200" b="1" dirty="0"/>
            </a:br>
            <a:br>
              <a:rPr lang="pt-BR" sz="3200" b="1" dirty="0"/>
            </a:br>
            <a:endParaRPr lang="pt-BR" b="1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CF498DE-56AA-48BE-8063-D00A9E067E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548" y="2362200"/>
            <a:ext cx="5572903" cy="361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0648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2963</TotalTime>
  <Words>432</Words>
  <Application>Microsoft Office PowerPoint</Application>
  <PresentationFormat>Apresentação na tela (4:3)</PresentationFormat>
  <Paragraphs>80</Paragraphs>
  <Slides>11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7" baseType="lpstr">
      <vt:lpstr>Arial</vt:lpstr>
      <vt:lpstr>Arial MT</vt:lpstr>
      <vt:lpstr>Calibri</vt:lpstr>
      <vt:lpstr>Tahoma</vt:lpstr>
      <vt:lpstr>Wingdings</vt:lpstr>
      <vt:lpstr>Office Theme</vt:lpstr>
      <vt:lpstr>ADMINISTRAÇÃO  DE SISTEMAS ABERTOS </vt:lpstr>
      <vt:lpstr>APRESENTAÇÃO    </vt:lpstr>
      <vt:lpstr>APRESENTAÇÃO    </vt:lpstr>
      <vt:lpstr>APRESENTAÇÃO    </vt:lpstr>
      <vt:lpstr>APRESENTAÇÃO    </vt:lpstr>
      <vt:lpstr>APRESENTAÇÃO    </vt:lpstr>
      <vt:lpstr>APRESENTAÇÃO    </vt:lpstr>
      <vt:lpstr>APRESENTAÇÃO    </vt:lpstr>
      <vt:lpstr>APRESENTAÇÃO    </vt:lpstr>
      <vt:lpstr>APRESENTAÇÃO    </vt:lpstr>
      <vt:lpstr>APRESENTAÇÃO 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VLAN</dc:title>
  <dc:creator>usuario</dc:creator>
  <cp:lastModifiedBy>Natanael Gomes</cp:lastModifiedBy>
  <cp:revision>232</cp:revision>
  <dcterms:created xsi:type="dcterms:W3CDTF">2024-03-04T22:26:28Z</dcterms:created>
  <dcterms:modified xsi:type="dcterms:W3CDTF">2025-11-28T17:24:47Z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2022-08-02T00:00:00Z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2024-03-04T00:00:00Z</vt:filetime>
  </property>
</Properties>
</file>